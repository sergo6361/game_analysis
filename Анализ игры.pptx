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Ex1.xml" ContentType="application/vnd.ms-office.chartex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57" r:id="rId5"/>
    <p:sldId id="269" r:id="rId6"/>
    <p:sldId id="270" r:id="rId7"/>
    <p:sldId id="260" r:id="rId8"/>
    <p:sldId id="264" r:id="rId9"/>
    <p:sldId id="267" r:id="rId10"/>
    <p:sldId id="268" r:id="rId11"/>
    <p:sldId id="265" r:id="rId12"/>
    <p:sldId id="266" r:id="rId13"/>
    <p:sldId id="271" r:id="rId14"/>
    <p:sldId id="272" r:id="rId15"/>
    <p:sldId id="273" r:id="rId16"/>
    <p:sldId id="275" r:id="rId17"/>
    <p:sldId id="274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Титульный лист" id="{18F891CF-6571-45FA-ACAC-42EE5BC6A289}">
          <p14:sldIdLst>
            <p14:sldId id="256"/>
          </p14:sldIdLst>
        </p14:section>
        <p14:section name="Общие показатели игры" id="{BCDA3485-CD6C-420B-BC47-73441C8EEBCA}">
          <p14:sldIdLst>
            <p14:sldId id="262"/>
            <p14:sldId id="263"/>
          </p14:sldIdLst>
        </p14:section>
        <p14:section name="Технические проблемы в игре" id="{618DC636-31D8-45F3-8030-A689474C1A46}">
          <p14:sldIdLst>
            <p14:sldId id="257"/>
          </p14:sldIdLst>
        </p14:section>
        <p14:section name="Результаты маркетинговой акции" id="{C135D554-27ED-4B25-9C5B-1CDF009BE394}">
          <p14:sldIdLst>
            <p14:sldId id="269"/>
            <p14:sldId id="270"/>
            <p14:sldId id="260"/>
          </p14:sldIdLst>
        </p14:section>
        <p14:section name="Финансовые метрики" id="{4AB03FD2-EDF4-4F6D-9E01-B085546CA85D}">
          <p14:sldIdLst>
            <p14:sldId id="264"/>
            <p14:sldId id="267"/>
            <p14:sldId id="268"/>
          </p14:sldIdLst>
        </p14:section>
        <p14:section name="K - factor" id="{CCEEC292-F5B4-401A-A3CA-F8F29025E403}">
          <p14:sldIdLst>
            <p14:sldId id="265"/>
          </p14:sldIdLst>
        </p14:section>
        <p14:section name="Новый канал привлечения" id="{8962BF45-0704-4EAF-8B62-4B1087301E5B}">
          <p14:sldIdLst>
            <p14:sldId id="266"/>
          </p14:sldIdLst>
        </p14:section>
        <p14:section name="Лояльный пользователь" id="{12DD4A37-9B1F-49BE-A66B-98CD40A4DDC8}">
          <p14:sldIdLst>
            <p14:sldId id="271"/>
            <p14:sldId id="272"/>
            <p14:sldId id="273"/>
            <p14:sldId id="275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DM5\Downloads\query_result_2026-03-09T09_37_51.083709Z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DM5\Downloads\query_result_2026-03-09T09_27_47.712496Z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DM5\Downloads\16%2006_38_196992bb5b6d6d74.31428674&#1047;&#1072;&#1076;&#1072;&#1085;&#1080;&#1077;1.&#1052;&#1072;&#1088;&#1082;&#1077;&#1090;&#1080;&#1085;&#1075;&#1086;&#1074;&#1072;&#1103;&#1072;&#1082;&#1094;&#1080;&#1103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DM5\Downloads\16%2006_38_196992bb5b6d6d74.31428674&#1047;&#1072;&#1076;&#1072;&#1085;&#1080;&#1077;1.&#1052;&#1072;&#1088;&#1082;&#1077;&#1090;&#1080;&#1085;&#1075;&#1086;&#1074;&#1072;&#1103;&#1072;&#1082;&#1094;&#1080;&#1103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DM5\Downloads\query_result_2026-03-08T10_33_33.412806Z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oleObject" Target="file:///C:\Users\CDM5\Downloads\query_result_2026-03-09T07_55_25.715399Z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Динамика</a:t>
            </a:r>
            <a:r>
              <a:rPr lang="ru-RU" baseline="0"/>
              <a:t> средней длительности сессии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'[query_result_2026-03-09T09_37_51.083709Z.xlsx]Результат запроса'!$B$1</c:f>
              <c:strCache>
                <c:ptCount val="1"/>
                <c:pt idx="0">
                  <c:v>avg_len_hour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'[query_result_2026-03-09T09_37_51.083709Z.xlsx]Результат запроса'!$A$2:$A$11</c:f>
              <c:numCache>
                <c:formatCode>m/d/yyyy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'[query_result_2026-03-09T09_37_51.083709Z.xlsx]Результат запроса'!$B$2:$B$11</c:f>
              <c:numCache>
                <c:formatCode>General</c:formatCode>
                <c:ptCount val="10"/>
                <c:pt idx="0">
                  <c:v>2.2188248095756289</c:v>
                </c:pt>
                <c:pt idx="1">
                  <c:v>2.3230326108182</c:v>
                </c:pt>
                <c:pt idx="2">
                  <c:v>2.276093294460638</c:v>
                </c:pt>
                <c:pt idx="3">
                  <c:v>2.3715035931453801</c:v>
                </c:pt>
                <c:pt idx="4">
                  <c:v>2.5163474328278816</c:v>
                </c:pt>
                <c:pt idx="5">
                  <c:v>2.7311819172113285</c:v>
                </c:pt>
                <c:pt idx="6">
                  <c:v>2.3998779342722956</c:v>
                </c:pt>
                <c:pt idx="7">
                  <c:v>2.2895430218196764</c:v>
                </c:pt>
                <c:pt idx="8">
                  <c:v>5.5359777492511801</c:v>
                </c:pt>
                <c:pt idx="9">
                  <c:v>2.3343766060232283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DF0-4562-8917-9D7EF3F9B4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13334048"/>
        <c:axId val="1213346528"/>
      </c:lineChart>
      <c:dateAx>
        <c:axId val="121333404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13346528"/>
        <c:crosses val="autoZero"/>
        <c:auto val="1"/>
        <c:lblOffset val="100"/>
        <c:baseTimeUnit val="months"/>
      </c:dateAx>
      <c:valAx>
        <c:axId val="1213346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133340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Динамика</a:t>
            </a:r>
            <a:r>
              <a:rPr lang="ru-RU" baseline="0"/>
              <a:t> входа в игру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'[query_result_2026-03-09T09_27_47.712496Z.xlsx]Результат запроса'!$B$1</c:f>
              <c:strCache>
                <c:ptCount val="1"/>
                <c:pt idx="0">
                  <c:v>cnt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'[query_result_2026-03-09T09_27_47.712496Z.xlsx]Результат запроса'!$A$2:$A$10</c:f>
              <c:numCache>
                <c:formatCode>m/d/yyyy</c:formatCode>
                <c:ptCount val="9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</c:numCache>
            </c:numRef>
          </c:cat>
          <c:val>
            <c:numRef>
              <c:f>'[query_result_2026-03-09T09_27_47.712496Z.xlsx]Результат запроса'!$B$2:$B$10</c:f>
              <c:numCache>
                <c:formatCode>General</c:formatCode>
                <c:ptCount val="9"/>
                <c:pt idx="0">
                  <c:v>259</c:v>
                </c:pt>
                <c:pt idx="1">
                  <c:v>235</c:v>
                </c:pt>
                <c:pt idx="2">
                  <c:v>257</c:v>
                </c:pt>
                <c:pt idx="3">
                  <c:v>263</c:v>
                </c:pt>
                <c:pt idx="4">
                  <c:v>255</c:v>
                </c:pt>
                <c:pt idx="5">
                  <c:v>255</c:v>
                </c:pt>
                <c:pt idx="6">
                  <c:v>415</c:v>
                </c:pt>
                <c:pt idx="7">
                  <c:v>458</c:v>
                </c:pt>
                <c:pt idx="8">
                  <c:v>681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B6C-46C6-94D1-32F22D1812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07775584"/>
        <c:axId val="707776000"/>
      </c:lineChart>
      <c:dateAx>
        <c:axId val="70777558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07776000"/>
        <c:crosses val="autoZero"/>
        <c:auto val="1"/>
        <c:lblOffset val="100"/>
        <c:baseTimeUnit val="months"/>
      </c:dateAx>
      <c:valAx>
        <c:axId val="7077760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077755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Динамика входа в игру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'[16 06_38_196992bb5b6d6d74.31428674Задание1.Маркетинговаяакция.xlsx]DAU'!$D$1</c:f>
              <c:strCache>
                <c:ptCount val="1"/>
                <c:pt idx="0">
                  <c:v>dau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'[16 06_38_196992bb5b6d6d74.31428674Задание1.Маркетинговаяакция.xlsx]DAU'!$C$2:$C$304</c:f>
              <c:numCache>
                <c:formatCode>m/d/yyyy</c:formatCode>
                <c:ptCount val="303"/>
                <c:pt idx="0">
                  <c:v>44744</c:v>
                </c:pt>
                <c:pt idx="1">
                  <c:v>44745</c:v>
                </c:pt>
                <c:pt idx="2">
                  <c:v>44746</c:v>
                </c:pt>
                <c:pt idx="3">
                  <c:v>44747</c:v>
                </c:pt>
                <c:pt idx="4">
                  <c:v>44748</c:v>
                </c:pt>
                <c:pt idx="5">
                  <c:v>44749</c:v>
                </c:pt>
                <c:pt idx="6">
                  <c:v>44750</c:v>
                </c:pt>
                <c:pt idx="7">
                  <c:v>44751</c:v>
                </c:pt>
                <c:pt idx="8">
                  <c:v>44752</c:v>
                </c:pt>
                <c:pt idx="9">
                  <c:v>44753</c:v>
                </c:pt>
                <c:pt idx="10">
                  <c:v>44754</c:v>
                </c:pt>
                <c:pt idx="11">
                  <c:v>44755</c:v>
                </c:pt>
                <c:pt idx="12">
                  <c:v>44756</c:v>
                </c:pt>
                <c:pt idx="13">
                  <c:v>44757</c:v>
                </c:pt>
                <c:pt idx="14">
                  <c:v>44758</c:v>
                </c:pt>
                <c:pt idx="15">
                  <c:v>44759</c:v>
                </c:pt>
                <c:pt idx="16">
                  <c:v>44760</c:v>
                </c:pt>
                <c:pt idx="17">
                  <c:v>44761</c:v>
                </c:pt>
                <c:pt idx="18">
                  <c:v>44762</c:v>
                </c:pt>
                <c:pt idx="19">
                  <c:v>44763</c:v>
                </c:pt>
                <c:pt idx="20">
                  <c:v>44764</c:v>
                </c:pt>
                <c:pt idx="21">
                  <c:v>44765</c:v>
                </c:pt>
                <c:pt idx="22">
                  <c:v>44766</c:v>
                </c:pt>
                <c:pt idx="23">
                  <c:v>44767</c:v>
                </c:pt>
                <c:pt idx="24">
                  <c:v>44768</c:v>
                </c:pt>
                <c:pt idx="25">
                  <c:v>44769</c:v>
                </c:pt>
                <c:pt idx="26">
                  <c:v>44770</c:v>
                </c:pt>
                <c:pt idx="27">
                  <c:v>44771</c:v>
                </c:pt>
                <c:pt idx="28">
                  <c:v>44772</c:v>
                </c:pt>
                <c:pt idx="29">
                  <c:v>44773</c:v>
                </c:pt>
                <c:pt idx="30">
                  <c:v>44774</c:v>
                </c:pt>
                <c:pt idx="31">
                  <c:v>44775</c:v>
                </c:pt>
                <c:pt idx="32">
                  <c:v>44776</c:v>
                </c:pt>
                <c:pt idx="33">
                  <c:v>44777</c:v>
                </c:pt>
                <c:pt idx="34">
                  <c:v>44778</c:v>
                </c:pt>
                <c:pt idx="35">
                  <c:v>44779</c:v>
                </c:pt>
                <c:pt idx="36">
                  <c:v>44780</c:v>
                </c:pt>
                <c:pt idx="37">
                  <c:v>44781</c:v>
                </c:pt>
                <c:pt idx="38">
                  <c:v>44782</c:v>
                </c:pt>
                <c:pt idx="39">
                  <c:v>44783</c:v>
                </c:pt>
                <c:pt idx="40">
                  <c:v>44784</c:v>
                </c:pt>
                <c:pt idx="41">
                  <c:v>44785</c:v>
                </c:pt>
                <c:pt idx="42">
                  <c:v>44786</c:v>
                </c:pt>
                <c:pt idx="43">
                  <c:v>44787</c:v>
                </c:pt>
                <c:pt idx="44">
                  <c:v>44788</c:v>
                </c:pt>
                <c:pt idx="45">
                  <c:v>44789</c:v>
                </c:pt>
                <c:pt idx="46">
                  <c:v>44790</c:v>
                </c:pt>
                <c:pt idx="47">
                  <c:v>44791</c:v>
                </c:pt>
                <c:pt idx="48">
                  <c:v>44792</c:v>
                </c:pt>
                <c:pt idx="49">
                  <c:v>44793</c:v>
                </c:pt>
                <c:pt idx="50">
                  <c:v>44794</c:v>
                </c:pt>
                <c:pt idx="51">
                  <c:v>44795</c:v>
                </c:pt>
                <c:pt idx="52">
                  <c:v>44796</c:v>
                </c:pt>
                <c:pt idx="53">
                  <c:v>44797</c:v>
                </c:pt>
                <c:pt idx="54">
                  <c:v>44798</c:v>
                </c:pt>
                <c:pt idx="55">
                  <c:v>44799</c:v>
                </c:pt>
                <c:pt idx="56">
                  <c:v>44800</c:v>
                </c:pt>
                <c:pt idx="57">
                  <c:v>44801</c:v>
                </c:pt>
                <c:pt idx="58">
                  <c:v>44802</c:v>
                </c:pt>
                <c:pt idx="59">
                  <c:v>44803</c:v>
                </c:pt>
                <c:pt idx="60">
                  <c:v>44804</c:v>
                </c:pt>
                <c:pt idx="61">
                  <c:v>44805</c:v>
                </c:pt>
                <c:pt idx="62">
                  <c:v>44806</c:v>
                </c:pt>
                <c:pt idx="63">
                  <c:v>44807</c:v>
                </c:pt>
                <c:pt idx="64">
                  <c:v>44808</c:v>
                </c:pt>
                <c:pt idx="65">
                  <c:v>44809</c:v>
                </c:pt>
                <c:pt idx="66">
                  <c:v>44810</c:v>
                </c:pt>
                <c:pt idx="67">
                  <c:v>44811</c:v>
                </c:pt>
                <c:pt idx="68">
                  <c:v>44812</c:v>
                </c:pt>
                <c:pt idx="69">
                  <c:v>44813</c:v>
                </c:pt>
                <c:pt idx="70">
                  <c:v>44814</c:v>
                </c:pt>
                <c:pt idx="71">
                  <c:v>44815</c:v>
                </c:pt>
                <c:pt idx="72">
                  <c:v>44816</c:v>
                </c:pt>
                <c:pt idx="73">
                  <c:v>44817</c:v>
                </c:pt>
                <c:pt idx="74">
                  <c:v>44818</c:v>
                </c:pt>
                <c:pt idx="75">
                  <c:v>44819</c:v>
                </c:pt>
                <c:pt idx="76">
                  <c:v>44820</c:v>
                </c:pt>
                <c:pt idx="77">
                  <c:v>44821</c:v>
                </c:pt>
                <c:pt idx="78">
                  <c:v>44822</c:v>
                </c:pt>
                <c:pt idx="79">
                  <c:v>44823</c:v>
                </c:pt>
                <c:pt idx="80">
                  <c:v>44824</c:v>
                </c:pt>
                <c:pt idx="81">
                  <c:v>44825</c:v>
                </c:pt>
                <c:pt idx="82">
                  <c:v>44826</c:v>
                </c:pt>
                <c:pt idx="83">
                  <c:v>44827</c:v>
                </c:pt>
                <c:pt idx="84">
                  <c:v>44828</c:v>
                </c:pt>
                <c:pt idx="85">
                  <c:v>44829</c:v>
                </c:pt>
                <c:pt idx="86">
                  <c:v>44830</c:v>
                </c:pt>
                <c:pt idx="87">
                  <c:v>44831</c:v>
                </c:pt>
                <c:pt idx="88">
                  <c:v>44832</c:v>
                </c:pt>
                <c:pt idx="89">
                  <c:v>44833</c:v>
                </c:pt>
                <c:pt idx="90">
                  <c:v>44834</c:v>
                </c:pt>
                <c:pt idx="91">
                  <c:v>44835</c:v>
                </c:pt>
                <c:pt idx="92">
                  <c:v>44836</c:v>
                </c:pt>
                <c:pt idx="93">
                  <c:v>44837</c:v>
                </c:pt>
                <c:pt idx="94">
                  <c:v>44838</c:v>
                </c:pt>
                <c:pt idx="95">
                  <c:v>44839</c:v>
                </c:pt>
                <c:pt idx="96">
                  <c:v>44840</c:v>
                </c:pt>
                <c:pt idx="97">
                  <c:v>44841</c:v>
                </c:pt>
                <c:pt idx="98">
                  <c:v>44842</c:v>
                </c:pt>
                <c:pt idx="99">
                  <c:v>44843</c:v>
                </c:pt>
                <c:pt idx="100">
                  <c:v>44844</c:v>
                </c:pt>
                <c:pt idx="101">
                  <c:v>44845</c:v>
                </c:pt>
                <c:pt idx="102">
                  <c:v>44846</c:v>
                </c:pt>
                <c:pt idx="103">
                  <c:v>44847</c:v>
                </c:pt>
                <c:pt idx="104">
                  <c:v>44848</c:v>
                </c:pt>
                <c:pt idx="105">
                  <c:v>44849</c:v>
                </c:pt>
                <c:pt idx="106">
                  <c:v>44850</c:v>
                </c:pt>
                <c:pt idx="107">
                  <c:v>44851</c:v>
                </c:pt>
                <c:pt idx="108">
                  <c:v>44852</c:v>
                </c:pt>
                <c:pt idx="109">
                  <c:v>44853</c:v>
                </c:pt>
                <c:pt idx="110">
                  <c:v>44854</c:v>
                </c:pt>
                <c:pt idx="111">
                  <c:v>44855</c:v>
                </c:pt>
                <c:pt idx="112">
                  <c:v>44856</c:v>
                </c:pt>
                <c:pt idx="113">
                  <c:v>44857</c:v>
                </c:pt>
                <c:pt idx="114">
                  <c:v>44858</c:v>
                </c:pt>
                <c:pt idx="115">
                  <c:v>44859</c:v>
                </c:pt>
                <c:pt idx="116">
                  <c:v>44860</c:v>
                </c:pt>
                <c:pt idx="117">
                  <c:v>44861</c:v>
                </c:pt>
                <c:pt idx="118">
                  <c:v>44862</c:v>
                </c:pt>
                <c:pt idx="119">
                  <c:v>44863</c:v>
                </c:pt>
                <c:pt idx="120">
                  <c:v>44864</c:v>
                </c:pt>
                <c:pt idx="121">
                  <c:v>44865</c:v>
                </c:pt>
                <c:pt idx="122">
                  <c:v>44866</c:v>
                </c:pt>
                <c:pt idx="123">
                  <c:v>44867</c:v>
                </c:pt>
                <c:pt idx="124">
                  <c:v>44868</c:v>
                </c:pt>
                <c:pt idx="125">
                  <c:v>44869</c:v>
                </c:pt>
                <c:pt idx="126">
                  <c:v>44870</c:v>
                </c:pt>
                <c:pt idx="127">
                  <c:v>44871</c:v>
                </c:pt>
                <c:pt idx="128">
                  <c:v>44872</c:v>
                </c:pt>
                <c:pt idx="129">
                  <c:v>44873</c:v>
                </c:pt>
                <c:pt idx="130">
                  <c:v>44874</c:v>
                </c:pt>
                <c:pt idx="131">
                  <c:v>44875</c:v>
                </c:pt>
                <c:pt idx="132">
                  <c:v>44876</c:v>
                </c:pt>
                <c:pt idx="133">
                  <c:v>44877</c:v>
                </c:pt>
                <c:pt idx="134">
                  <c:v>44878</c:v>
                </c:pt>
                <c:pt idx="135">
                  <c:v>44879</c:v>
                </c:pt>
                <c:pt idx="136">
                  <c:v>44880</c:v>
                </c:pt>
                <c:pt idx="137">
                  <c:v>44881</c:v>
                </c:pt>
                <c:pt idx="138">
                  <c:v>44882</c:v>
                </c:pt>
                <c:pt idx="139">
                  <c:v>44883</c:v>
                </c:pt>
                <c:pt idx="140">
                  <c:v>44884</c:v>
                </c:pt>
                <c:pt idx="141">
                  <c:v>44885</c:v>
                </c:pt>
                <c:pt idx="142">
                  <c:v>44886</c:v>
                </c:pt>
                <c:pt idx="143">
                  <c:v>44887</c:v>
                </c:pt>
                <c:pt idx="144">
                  <c:v>44888</c:v>
                </c:pt>
                <c:pt idx="145">
                  <c:v>44889</c:v>
                </c:pt>
                <c:pt idx="146">
                  <c:v>44890</c:v>
                </c:pt>
                <c:pt idx="147">
                  <c:v>44891</c:v>
                </c:pt>
                <c:pt idx="148">
                  <c:v>44892</c:v>
                </c:pt>
                <c:pt idx="149">
                  <c:v>44893</c:v>
                </c:pt>
                <c:pt idx="150">
                  <c:v>44894</c:v>
                </c:pt>
                <c:pt idx="151">
                  <c:v>44895</c:v>
                </c:pt>
                <c:pt idx="152">
                  <c:v>44896</c:v>
                </c:pt>
                <c:pt idx="153">
                  <c:v>44897</c:v>
                </c:pt>
                <c:pt idx="154">
                  <c:v>44898</c:v>
                </c:pt>
                <c:pt idx="155">
                  <c:v>44899</c:v>
                </c:pt>
                <c:pt idx="156">
                  <c:v>44900</c:v>
                </c:pt>
                <c:pt idx="157">
                  <c:v>44901</c:v>
                </c:pt>
                <c:pt idx="158">
                  <c:v>44902</c:v>
                </c:pt>
                <c:pt idx="159">
                  <c:v>44903</c:v>
                </c:pt>
                <c:pt idx="160">
                  <c:v>44904</c:v>
                </c:pt>
                <c:pt idx="161">
                  <c:v>44905</c:v>
                </c:pt>
                <c:pt idx="162">
                  <c:v>44906</c:v>
                </c:pt>
                <c:pt idx="163">
                  <c:v>44907</c:v>
                </c:pt>
                <c:pt idx="164">
                  <c:v>44908</c:v>
                </c:pt>
                <c:pt idx="165">
                  <c:v>44909</c:v>
                </c:pt>
                <c:pt idx="166">
                  <c:v>44910</c:v>
                </c:pt>
                <c:pt idx="167">
                  <c:v>44911</c:v>
                </c:pt>
                <c:pt idx="168">
                  <c:v>44912</c:v>
                </c:pt>
                <c:pt idx="169">
                  <c:v>44913</c:v>
                </c:pt>
                <c:pt idx="170">
                  <c:v>44914</c:v>
                </c:pt>
                <c:pt idx="171">
                  <c:v>44915</c:v>
                </c:pt>
                <c:pt idx="172">
                  <c:v>44916</c:v>
                </c:pt>
                <c:pt idx="173">
                  <c:v>44917</c:v>
                </c:pt>
                <c:pt idx="174">
                  <c:v>44918</c:v>
                </c:pt>
                <c:pt idx="175">
                  <c:v>44919</c:v>
                </c:pt>
                <c:pt idx="176">
                  <c:v>44920</c:v>
                </c:pt>
                <c:pt idx="177">
                  <c:v>44921</c:v>
                </c:pt>
                <c:pt idx="178">
                  <c:v>44922</c:v>
                </c:pt>
                <c:pt idx="179">
                  <c:v>44923</c:v>
                </c:pt>
                <c:pt idx="180">
                  <c:v>44924</c:v>
                </c:pt>
                <c:pt idx="181">
                  <c:v>44925</c:v>
                </c:pt>
                <c:pt idx="182">
                  <c:v>44926</c:v>
                </c:pt>
                <c:pt idx="183">
                  <c:v>44927</c:v>
                </c:pt>
                <c:pt idx="184">
                  <c:v>44928</c:v>
                </c:pt>
                <c:pt idx="185">
                  <c:v>44929</c:v>
                </c:pt>
                <c:pt idx="186">
                  <c:v>44930</c:v>
                </c:pt>
                <c:pt idx="187">
                  <c:v>44931</c:v>
                </c:pt>
                <c:pt idx="188">
                  <c:v>44932</c:v>
                </c:pt>
                <c:pt idx="189">
                  <c:v>44933</c:v>
                </c:pt>
                <c:pt idx="190">
                  <c:v>44934</c:v>
                </c:pt>
                <c:pt idx="191">
                  <c:v>44935</c:v>
                </c:pt>
                <c:pt idx="192">
                  <c:v>44936</c:v>
                </c:pt>
                <c:pt idx="193">
                  <c:v>44937</c:v>
                </c:pt>
                <c:pt idx="194">
                  <c:v>44938</c:v>
                </c:pt>
                <c:pt idx="195">
                  <c:v>44939</c:v>
                </c:pt>
                <c:pt idx="196">
                  <c:v>44940</c:v>
                </c:pt>
                <c:pt idx="197">
                  <c:v>44941</c:v>
                </c:pt>
                <c:pt idx="198">
                  <c:v>44942</c:v>
                </c:pt>
                <c:pt idx="199">
                  <c:v>44943</c:v>
                </c:pt>
                <c:pt idx="200">
                  <c:v>44944</c:v>
                </c:pt>
                <c:pt idx="201">
                  <c:v>44945</c:v>
                </c:pt>
                <c:pt idx="202">
                  <c:v>44946</c:v>
                </c:pt>
                <c:pt idx="203">
                  <c:v>44947</c:v>
                </c:pt>
                <c:pt idx="204">
                  <c:v>44948</c:v>
                </c:pt>
                <c:pt idx="205">
                  <c:v>44949</c:v>
                </c:pt>
                <c:pt idx="206">
                  <c:v>44950</c:v>
                </c:pt>
                <c:pt idx="207">
                  <c:v>44951</c:v>
                </c:pt>
                <c:pt idx="208">
                  <c:v>44952</c:v>
                </c:pt>
                <c:pt idx="209">
                  <c:v>44953</c:v>
                </c:pt>
                <c:pt idx="210">
                  <c:v>44954</c:v>
                </c:pt>
                <c:pt idx="211">
                  <c:v>44955</c:v>
                </c:pt>
                <c:pt idx="212">
                  <c:v>44956</c:v>
                </c:pt>
                <c:pt idx="213">
                  <c:v>44957</c:v>
                </c:pt>
                <c:pt idx="214">
                  <c:v>44958</c:v>
                </c:pt>
                <c:pt idx="215">
                  <c:v>44959</c:v>
                </c:pt>
                <c:pt idx="216">
                  <c:v>44960</c:v>
                </c:pt>
                <c:pt idx="217">
                  <c:v>44961</c:v>
                </c:pt>
                <c:pt idx="218">
                  <c:v>44962</c:v>
                </c:pt>
                <c:pt idx="219">
                  <c:v>44963</c:v>
                </c:pt>
                <c:pt idx="220">
                  <c:v>44964</c:v>
                </c:pt>
                <c:pt idx="221">
                  <c:v>44965</c:v>
                </c:pt>
                <c:pt idx="222">
                  <c:v>44966</c:v>
                </c:pt>
                <c:pt idx="223">
                  <c:v>44967</c:v>
                </c:pt>
                <c:pt idx="224">
                  <c:v>44968</c:v>
                </c:pt>
                <c:pt idx="225">
                  <c:v>44969</c:v>
                </c:pt>
                <c:pt idx="226">
                  <c:v>44970</c:v>
                </c:pt>
                <c:pt idx="227">
                  <c:v>44971</c:v>
                </c:pt>
                <c:pt idx="228">
                  <c:v>44972</c:v>
                </c:pt>
                <c:pt idx="229">
                  <c:v>44973</c:v>
                </c:pt>
                <c:pt idx="230">
                  <c:v>44974</c:v>
                </c:pt>
                <c:pt idx="231">
                  <c:v>44975</c:v>
                </c:pt>
                <c:pt idx="232">
                  <c:v>44976</c:v>
                </c:pt>
                <c:pt idx="233">
                  <c:v>44977</c:v>
                </c:pt>
                <c:pt idx="234">
                  <c:v>44978</c:v>
                </c:pt>
                <c:pt idx="235">
                  <c:v>44979</c:v>
                </c:pt>
                <c:pt idx="236">
                  <c:v>44980</c:v>
                </c:pt>
                <c:pt idx="237">
                  <c:v>44981</c:v>
                </c:pt>
                <c:pt idx="238">
                  <c:v>44982</c:v>
                </c:pt>
                <c:pt idx="239">
                  <c:v>44983</c:v>
                </c:pt>
                <c:pt idx="240">
                  <c:v>44984</c:v>
                </c:pt>
                <c:pt idx="241">
                  <c:v>44985</c:v>
                </c:pt>
                <c:pt idx="242">
                  <c:v>44986</c:v>
                </c:pt>
                <c:pt idx="243">
                  <c:v>44987</c:v>
                </c:pt>
                <c:pt idx="244">
                  <c:v>44988</c:v>
                </c:pt>
                <c:pt idx="245">
                  <c:v>44989</c:v>
                </c:pt>
                <c:pt idx="246">
                  <c:v>44990</c:v>
                </c:pt>
                <c:pt idx="247">
                  <c:v>44991</c:v>
                </c:pt>
                <c:pt idx="248">
                  <c:v>44992</c:v>
                </c:pt>
                <c:pt idx="249">
                  <c:v>44993</c:v>
                </c:pt>
                <c:pt idx="250">
                  <c:v>44994</c:v>
                </c:pt>
                <c:pt idx="251">
                  <c:v>44995</c:v>
                </c:pt>
                <c:pt idx="252">
                  <c:v>44996</c:v>
                </c:pt>
                <c:pt idx="253">
                  <c:v>44997</c:v>
                </c:pt>
                <c:pt idx="254">
                  <c:v>44998</c:v>
                </c:pt>
                <c:pt idx="255">
                  <c:v>44999</c:v>
                </c:pt>
                <c:pt idx="256">
                  <c:v>45000</c:v>
                </c:pt>
                <c:pt idx="257">
                  <c:v>45001</c:v>
                </c:pt>
                <c:pt idx="258">
                  <c:v>45002</c:v>
                </c:pt>
                <c:pt idx="259">
                  <c:v>45003</c:v>
                </c:pt>
                <c:pt idx="260">
                  <c:v>45004</c:v>
                </c:pt>
                <c:pt idx="261">
                  <c:v>45005</c:v>
                </c:pt>
                <c:pt idx="262">
                  <c:v>45006</c:v>
                </c:pt>
                <c:pt idx="263">
                  <c:v>45007</c:v>
                </c:pt>
                <c:pt idx="264">
                  <c:v>45008</c:v>
                </c:pt>
                <c:pt idx="265">
                  <c:v>45009</c:v>
                </c:pt>
                <c:pt idx="266">
                  <c:v>45010</c:v>
                </c:pt>
                <c:pt idx="267">
                  <c:v>45011</c:v>
                </c:pt>
                <c:pt idx="268">
                  <c:v>45012</c:v>
                </c:pt>
                <c:pt idx="269">
                  <c:v>45013</c:v>
                </c:pt>
                <c:pt idx="270">
                  <c:v>45014</c:v>
                </c:pt>
                <c:pt idx="271">
                  <c:v>45015</c:v>
                </c:pt>
                <c:pt idx="272">
                  <c:v>45016</c:v>
                </c:pt>
                <c:pt idx="273">
                  <c:v>45017</c:v>
                </c:pt>
                <c:pt idx="274">
                  <c:v>45018</c:v>
                </c:pt>
                <c:pt idx="275">
                  <c:v>45019</c:v>
                </c:pt>
                <c:pt idx="276">
                  <c:v>45020</c:v>
                </c:pt>
                <c:pt idx="277">
                  <c:v>45021</c:v>
                </c:pt>
                <c:pt idx="278">
                  <c:v>45022</c:v>
                </c:pt>
                <c:pt idx="279">
                  <c:v>45023</c:v>
                </c:pt>
                <c:pt idx="280">
                  <c:v>45024</c:v>
                </c:pt>
                <c:pt idx="281">
                  <c:v>45025</c:v>
                </c:pt>
                <c:pt idx="282">
                  <c:v>45026</c:v>
                </c:pt>
                <c:pt idx="283">
                  <c:v>45027</c:v>
                </c:pt>
                <c:pt idx="284">
                  <c:v>45028</c:v>
                </c:pt>
                <c:pt idx="285">
                  <c:v>45029</c:v>
                </c:pt>
                <c:pt idx="286">
                  <c:v>45030</c:v>
                </c:pt>
                <c:pt idx="287">
                  <c:v>45031</c:v>
                </c:pt>
                <c:pt idx="288">
                  <c:v>45032</c:v>
                </c:pt>
                <c:pt idx="289">
                  <c:v>45033</c:v>
                </c:pt>
                <c:pt idx="290">
                  <c:v>45034</c:v>
                </c:pt>
                <c:pt idx="291">
                  <c:v>45035</c:v>
                </c:pt>
                <c:pt idx="292">
                  <c:v>45036</c:v>
                </c:pt>
                <c:pt idx="293">
                  <c:v>45037</c:v>
                </c:pt>
                <c:pt idx="294">
                  <c:v>45038</c:v>
                </c:pt>
                <c:pt idx="295">
                  <c:v>45039</c:v>
                </c:pt>
                <c:pt idx="296">
                  <c:v>45040</c:v>
                </c:pt>
                <c:pt idx="297">
                  <c:v>45041</c:v>
                </c:pt>
                <c:pt idx="298">
                  <c:v>45042</c:v>
                </c:pt>
                <c:pt idx="299">
                  <c:v>45043</c:v>
                </c:pt>
                <c:pt idx="300">
                  <c:v>45044</c:v>
                </c:pt>
                <c:pt idx="301">
                  <c:v>45045</c:v>
                </c:pt>
                <c:pt idx="302">
                  <c:v>45046</c:v>
                </c:pt>
              </c:numCache>
            </c:numRef>
          </c:cat>
          <c:val>
            <c:numRef>
              <c:f>'[16 06_38_196992bb5b6d6d74.31428674Задание1.Маркетинговаяакция.xlsx]DAU'!$D$2:$D$304</c:f>
              <c:numCache>
                <c:formatCode>General</c:formatCode>
                <c:ptCount val="303"/>
                <c:pt idx="0">
                  <c:v>3</c:v>
                </c:pt>
                <c:pt idx="1">
                  <c:v>6</c:v>
                </c:pt>
                <c:pt idx="2">
                  <c:v>5</c:v>
                </c:pt>
                <c:pt idx="3">
                  <c:v>10</c:v>
                </c:pt>
                <c:pt idx="4">
                  <c:v>5</c:v>
                </c:pt>
                <c:pt idx="5">
                  <c:v>13</c:v>
                </c:pt>
                <c:pt idx="6">
                  <c:v>22</c:v>
                </c:pt>
                <c:pt idx="7">
                  <c:v>22</c:v>
                </c:pt>
                <c:pt idx="8">
                  <c:v>26</c:v>
                </c:pt>
                <c:pt idx="9">
                  <c:v>23</c:v>
                </c:pt>
                <c:pt idx="10">
                  <c:v>24</c:v>
                </c:pt>
                <c:pt idx="11">
                  <c:v>30</c:v>
                </c:pt>
                <c:pt idx="12">
                  <c:v>32</c:v>
                </c:pt>
                <c:pt idx="13">
                  <c:v>25</c:v>
                </c:pt>
                <c:pt idx="14">
                  <c:v>34</c:v>
                </c:pt>
                <c:pt idx="15">
                  <c:v>39</c:v>
                </c:pt>
                <c:pt idx="16">
                  <c:v>22</c:v>
                </c:pt>
                <c:pt idx="17">
                  <c:v>38</c:v>
                </c:pt>
                <c:pt idx="18">
                  <c:v>34</c:v>
                </c:pt>
                <c:pt idx="19">
                  <c:v>50</c:v>
                </c:pt>
                <c:pt idx="20">
                  <c:v>43</c:v>
                </c:pt>
                <c:pt idx="21">
                  <c:v>43</c:v>
                </c:pt>
                <c:pt idx="22">
                  <c:v>53</c:v>
                </c:pt>
                <c:pt idx="23">
                  <c:v>63</c:v>
                </c:pt>
                <c:pt idx="24">
                  <c:v>48</c:v>
                </c:pt>
                <c:pt idx="25">
                  <c:v>59</c:v>
                </c:pt>
                <c:pt idx="26">
                  <c:v>59</c:v>
                </c:pt>
                <c:pt idx="27">
                  <c:v>61</c:v>
                </c:pt>
                <c:pt idx="28">
                  <c:v>64</c:v>
                </c:pt>
                <c:pt idx="29">
                  <c:v>64</c:v>
                </c:pt>
                <c:pt idx="30">
                  <c:v>52</c:v>
                </c:pt>
                <c:pt idx="31">
                  <c:v>62</c:v>
                </c:pt>
                <c:pt idx="32">
                  <c:v>55</c:v>
                </c:pt>
                <c:pt idx="33">
                  <c:v>60</c:v>
                </c:pt>
                <c:pt idx="34">
                  <c:v>52</c:v>
                </c:pt>
                <c:pt idx="35">
                  <c:v>62</c:v>
                </c:pt>
                <c:pt idx="36">
                  <c:v>59</c:v>
                </c:pt>
                <c:pt idx="37">
                  <c:v>58</c:v>
                </c:pt>
                <c:pt idx="38">
                  <c:v>53</c:v>
                </c:pt>
                <c:pt idx="39">
                  <c:v>55</c:v>
                </c:pt>
                <c:pt idx="40">
                  <c:v>65</c:v>
                </c:pt>
                <c:pt idx="41">
                  <c:v>54</c:v>
                </c:pt>
                <c:pt idx="42">
                  <c:v>74</c:v>
                </c:pt>
                <c:pt idx="43">
                  <c:v>59</c:v>
                </c:pt>
                <c:pt idx="44">
                  <c:v>54</c:v>
                </c:pt>
                <c:pt idx="45">
                  <c:v>68</c:v>
                </c:pt>
                <c:pt idx="46">
                  <c:v>59</c:v>
                </c:pt>
                <c:pt idx="47">
                  <c:v>61</c:v>
                </c:pt>
                <c:pt idx="48">
                  <c:v>58</c:v>
                </c:pt>
                <c:pt idx="49">
                  <c:v>67</c:v>
                </c:pt>
                <c:pt idx="50">
                  <c:v>62</c:v>
                </c:pt>
                <c:pt idx="51">
                  <c:v>53</c:v>
                </c:pt>
                <c:pt idx="52">
                  <c:v>60</c:v>
                </c:pt>
                <c:pt idx="53">
                  <c:v>67</c:v>
                </c:pt>
                <c:pt idx="54">
                  <c:v>67</c:v>
                </c:pt>
                <c:pt idx="55">
                  <c:v>61</c:v>
                </c:pt>
                <c:pt idx="56">
                  <c:v>63</c:v>
                </c:pt>
                <c:pt idx="57">
                  <c:v>61</c:v>
                </c:pt>
                <c:pt idx="58">
                  <c:v>54</c:v>
                </c:pt>
                <c:pt idx="59">
                  <c:v>72</c:v>
                </c:pt>
                <c:pt idx="60">
                  <c:v>54</c:v>
                </c:pt>
                <c:pt idx="61">
                  <c:v>66</c:v>
                </c:pt>
                <c:pt idx="62">
                  <c:v>61</c:v>
                </c:pt>
                <c:pt idx="63">
                  <c:v>58</c:v>
                </c:pt>
                <c:pt idx="64">
                  <c:v>64</c:v>
                </c:pt>
                <c:pt idx="65">
                  <c:v>62</c:v>
                </c:pt>
                <c:pt idx="66">
                  <c:v>46</c:v>
                </c:pt>
                <c:pt idx="67">
                  <c:v>49</c:v>
                </c:pt>
                <c:pt idx="68">
                  <c:v>59</c:v>
                </c:pt>
                <c:pt idx="69">
                  <c:v>60</c:v>
                </c:pt>
                <c:pt idx="70">
                  <c:v>53</c:v>
                </c:pt>
                <c:pt idx="71">
                  <c:v>61</c:v>
                </c:pt>
                <c:pt idx="72">
                  <c:v>58</c:v>
                </c:pt>
                <c:pt idx="73">
                  <c:v>64</c:v>
                </c:pt>
                <c:pt idx="74">
                  <c:v>65</c:v>
                </c:pt>
                <c:pt idx="75">
                  <c:v>74</c:v>
                </c:pt>
                <c:pt idx="76">
                  <c:v>58</c:v>
                </c:pt>
                <c:pt idx="77">
                  <c:v>62</c:v>
                </c:pt>
                <c:pt idx="78">
                  <c:v>69</c:v>
                </c:pt>
                <c:pt idx="79">
                  <c:v>66</c:v>
                </c:pt>
                <c:pt idx="80">
                  <c:v>67</c:v>
                </c:pt>
                <c:pt idx="81">
                  <c:v>71</c:v>
                </c:pt>
                <c:pt idx="82">
                  <c:v>67</c:v>
                </c:pt>
                <c:pt idx="83">
                  <c:v>55</c:v>
                </c:pt>
                <c:pt idx="84">
                  <c:v>58</c:v>
                </c:pt>
                <c:pt idx="85">
                  <c:v>73</c:v>
                </c:pt>
                <c:pt idx="86">
                  <c:v>58</c:v>
                </c:pt>
                <c:pt idx="87">
                  <c:v>76</c:v>
                </c:pt>
                <c:pt idx="88">
                  <c:v>62</c:v>
                </c:pt>
                <c:pt idx="89">
                  <c:v>66</c:v>
                </c:pt>
                <c:pt idx="90">
                  <c:v>59</c:v>
                </c:pt>
                <c:pt idx="91">
                  <c:v>61</c:v>
                </c:pt>
                <c:pt idx="92">
                  <c:v>52</c:v>
                </c:pt>
                <c:pt idx="93">
                  <c:v>69</c:v>
                </c:pt>
                <c:pt idx="94">
                  <c:v>70</c:v>
                </c:pt>
                <c:pt idx="95">
                  <c:v>45</c:v>
                </c:pt>
                <c:pt idx="96">
                  <c:v>77</c:v>
                </c:pt>
                <c:pt idx="97">
                  <c:v>61</c:v>
                </c:pt>
                <c:pt idx="98">
                  <c:v>56</c:v>
                </c:pt>
                <c:pt idx="99">
                  <c:v>66</c:v>
                </c:pt>
                <c:pt idx="100">
                  <c:v>51</c:v>
                </c:pt>
                <c:pt idx="101">
                  <c:v>59</c:v>
                </c:pt>
                <c:pt idx="102">
                  <c:v>65</c:v>
                </c:pt>
                <c:pt idx="103">
                  <c:v>53</c:v>
                </c:pt>
                <c:pt idx="104">
                  <c:v>72</c:v>
                </c:pt>
                <c:pt idx="105">
                  <c:v>62</c:v>
                </c:pt>
                <c:pt idx="106">
                  <c:v>62</c:v>
                </c:pt>
                <c:pt idx="107">
                  <c:v>70</c:v>
                </c:pt>
                <c:pt idx="108">
                  <c:v>62</c:v>
                </c:pt>
                <c:pt idx="109">
                  <c:v>82</c:v>
                </c:pt>
                <c:pt idx="110">
                  <c:v>52</c:v>
                </c:pt>
                <c:pt idx="111">
                  <c:v>65</c:v>
                </c:pt>
                <c:pt idx="112">
                  <c:v>64</c:v>
                </c:pt>
                <c:pt idx="113">
                  <c:v>57</c:v>
                </c:pt>
                <c:pt idx="114">
                  <c:v>58</c:v>
                </c:pt>
                <c:pt idx="115">
                  <c:v>66</c:v>
                </c:pt>
                <c:pt idx="116">
                  <c:v>60</c:v>
                </c:pt>
                <c:pt idx="117">
                  <c:v>55</c:v>
                </c:pt>
                <c:pt idx="118">
                  <c:v>65</c:v>
                </c:pt>
                <c:pt idx="119">
                  <c:v>54</c:v>
                </c:pt>
                <c:pt idx="120">
                  <c:v>66</c:v>
                </c:pt>
                <c:pt idx="121">
                  <c:v>72</c:v>
                </c:pt>
                <c:pt idx="122">
                  <c:v>58</c:v>
                </c:pt>
                <c:pt idx="123">
                  <c:v>55</c:v>
                </c:pt>
                <c:pt idx="124">
                  <c:v>56</c:v>
                </c:pt>
                <c:pt idx="125">
                  <c:v>63</c:v>
                </c:pt>
                <c:pt idx="126">
                  <c:v>69</c:v>
                </c:pt>
                <c:pt idx="127">
                  <c:v>62</c:v>
                </c:pt>
                <c:pt idx="128">
                  <c:v>60</c:v>
                </c:pt>
                <c:pt idx="129">
                  <c:v>60</c:v>
                </c:pt>
                <c:pt idx="130">
                  <c:v>60</c:v>
                </c:pt>
                <c:pt idx="131">
                  <c:v>55</c:v>
                </c:pt>
                <c:pt idx="132">
                  <c:v>62</c:v>
                </c:pt>
                <c:pt idx="133">
                  <c:v>53</c:v>
                </c:pt>
                <c:pt idx="134">
                  <c:v>54</c:v>
                </c:pt>
                <c:pt idx="135">
                  <c:v>46</c:v>
                </c:pt>
                <c:pt idx="136">
                  <c:v>55</c:v>
                </c:pt>
                <c:pt idx="137">
                  <c:v>51</c:v>
                </c:pt>
                <c:pt idx="138">
                  <c:v>58</c:v>
                </c:pt>
                <c:pt idx="139">
                  <c:v>51</c:v>
                </c:pt>
                <c:pt idx="140">
                  <c:v>40</c:v>
                </c:pt>
                <c:pt idx="141">
                  <c:v>50</c:v>
                </c:pt>
                <c:pt idx="142">
                  <c:v>34</c:v>
                </c:pt>
                <c:pt idx="143">
                  <c:v>41</c:v>
                </c:pt>
                <c:pt idx="144">
                  <c:v>39</c:v>
                </c:pt>
                <c:pt idx="145">
                  <c:v>32</c:v>
                </c:pt>
                <c:pt idx="146">
                  <c:v>32</c:v>
                </c:pt>
                <c:pt idx="147">
                  <c:v>31</c:v>
                </c:pt>
                <c:pt idx="148">
                  <c:v>35</c:v>
                </c:pt>
                <c:pt idx="149">
                  <c:v>32</c:v>
                </c:pt>
                <c:pt idx="150">
                  <c:v>23</c:v>
                </c:pt>
                <c:pt idx="151">
                  <c:v>35</c:v>
                </c:pt>
                <c:pt idx="152">
                  <c:v>32</c:v>
                </c:pt>
                <c:pt idx="153">
                  <c:v>25</c:v>
                </c:pt>
                <c:pt idx="154">
                  <c:v>19</c:v>
                </c:pt>
                <c:pt idx="155">
                  <c:v>30</c:v>
                </c:pt>
                <c:pt idx="156">
                  <c:v>23</c:v>
                </c:pt>
                <c:pt idx="157">
                  <c:v>32</c:v>
                </c:pt>
                <c:pt idx="158">
                  <c:v>35</c:v>
                </c:pt>
                <c:pt idx="159">
                  <c:v>29</c:v>
                </c:pt>
                <c:pt idx="160">
                  <c:v>36</c:v>
                </c:pt>
                <c:pt idx="161">
                  <c:v>30</c:v>
                </c:pt>
                <c:pt idx="162">
                  <c:v>25</c:v>
                </c:pt>
                <c:pt idx="163">
                  <c:v>31</c:v>
                </c:pt>
                <c:pt idx="164">
                  <c:v>34</c:v>
                </c:pt>
                <c:pt idx="165">
                  <c:v>22</c:v>
                </c:pt>
                <c:pt idx="166">
                  <c:v>26</c:v>
                </c:pt>
                <c:pt idx="167">
                  <c:v>27</c:v>
                </c:pt>
                <c:pt idx="168">
                  <c:v>28</c:v>
                </c:pt>
                <c:pt idx="169">
                  <c:v>20</c:v>
                </c:pt>
                <c:pt idx="170">
                  <c:v>32</c:v>
                </c:pt>
                <c:pt idx="171">
                  <c:v>28</c:v>
                </c:pt>
                <c:pt idx="172">
                  <c:v>28</c:v>
                </c:pt>
                <c:pt idx="173">
                  <c:v>29</c:v>
                </c:pt>
                <c:pt idx="174">
                  <c:v>36</c:v>
                </c:pt>
                <c:pt idx="175">
                  <c:v>24</c:v>
                </c:pt>
                <c:pt idx="176">
                  <c:v>33</c:v>
                </c:pt>
                <c:pt idx="177">
                  <c:v>26</c:v>
                </c:pt>
                <c:pt idx="178">
                  <c:v>24</c:v>
                </c:pt>
                <c:pt idx="179">
                  <c:v>32</c:v>
                </c:pt>
                <c:pt idx="180">
                  <c:v>29</c:v>
                </c:pt>
                <c:pt idx="181">
                  <c:v>22</c:v>
                </c:pt>
                <c:pt idx="182">
                  <c:v>37</c:v>
                </c:pt>
                <c:pt idx="183">
                  <c:v>24</c:v>
                </c:pt>
                <c:pt idx="184">
                  <c:v>35</c:v>
                </c:pt>
                <c:pt idx="185">
                  <c:v>40</c:v>
                </c:pt>
                <c:pt idx="186">
                  <c:v>46</c:v>
                </c:pt>
                <c:pt idx="187">
                  <c:v>36</c:v>
                </c:pt>
                <c:pt idx="188">
                  <c:v>46</c:v>
                </c:pt>
                <c:pt idx="189">
                  <c:v>35</c:v>
                </c:pt>
                <c:pt idx="190">
                  <c:v>53</c:v>
                </c:pt>
                <c:pt idx="191">
                  <c:v>53</c:v>
                </c:pt>
                <c:pt idx="192">
                  <c:v>52</c:v>
                </c:pt>
                <c:pt idx="193">
                  <c:v>65</c:v>
                </c:pt>
                <c:pt idx="194">
                  <c:v>52</c:v>
                </c:pt>
                <c:pt idx="195">
                  <c:v>62</c:v>
                </c:pt>
                <c:pt idx="196">
                  <c:v>77</c:v>
                </c:pt>
                <c:pt idx="197">
                  <c:v>61</c:v>
                </c:pt>
                <c:pt idx="198">
                  <c:v>70</c:v>
                </c:pt>
                <c:pt idx="199">
                  <c:v>66</c:v>
                </c:pt>
                <c:pt idx="200">
                  <c:v>73</c:v>
                </c:pt>
                <c:pt idx="201">
                  <c:v>73</c:v>
                </c:pt>
                <c:pt idx="202">
                  <c:v>80</c:v>
                </c:pt>
                <c:pt idx="203">
                  <c:v>75</c:v>
                </c:pt>
                <c:pt idx="204">
                  <c:v>90</c:v>
                </c:pt>
                <c:pt idx="205">
                  <c:v>78</c:v>
                </c:pt>
                <c:pt idx="206">
                  <c:v>90</c:v>
                </c:pt>
                <c:pt idx="207">
                  <c:v>88</c:v>
                </c:pt>
                <c:pt idx="208">
                  <c:v>83</c:v>
                </c:pt>
                <c:pt idx="209">
                  <c:v>92</c:v>
                </c:pt>
                <c:pt idx="210">
                  <c:v>99</c:v>
                </c:pt>
                <c:pt idx="211">
                  <c:v>93</c:v>
                </c:pt>
                <c:pt idx="212">
                  <c:v>115</c:v>
                </c:pt>
                <c:pt idx="213">
                  <c:v>108</c:v>
                </c:pt>
                <c:pt idx="214">
                  <c:v>112</c:v>
                </c:pt>
                <c:pt idx="215">
                  <c:v>86</c:v>
                </c:pt>
                <c:pt idx="216">
                  <c:v>98</c:v>
                </c:pt>
                <c:pt idx="217">
                  <c:v>100</c:v>
                </c:pt>
                <c:pt idx="218">
                  <c:v>95</c:v>
                </c:pt>
                <c:pt idx="219">
                  <c:v>98</c:v>
                </c:pt>
                <c:pt idx="220">
                  <c:v>90</c:v>
                </c:pt>
                <c:pt idx="221">
                  <c:v>107</c:v>
                </c:pt>
                <c:pt idx="222">
                  <c:v>101</c:v>
                </c:pt>
                <c:pt idx="223">
                  <c:v>104</c:v>
                </c:pt>
                <c:pt idx="224">
                  <c:v>98</c:v>
                </c:pt>
                <c:pt idx="225">
                  <c:v>101</c:v>
                </c:pt>
                <c:pt idx="226">
                  <c:v>94</c:v>
                </c:pt>
                <c:pt idx="227">
                  <c:v>108</c:v>
                </c:pt>
                <c:pt idx="228">
                  <c:v>103</c:v>
                </c:pt>
                <c:pt idx="229">
                  <c:v>95</c:v>
                </c:pt>
                <c:pt idx="230">
                  <c:v>107</c:v>
                </c:pt>
                <c:pt idx="231">
                  <c:v>116</c:v>
                </c:pt>
                <c:pt idx="232">
                  <c:v>109</c:v>
                </c:pt>
                <c:pt idx="233">
                  <c:v>84</c:v>
                </c:pt>
                <c:pt idx="234">
                  <c:v>98</c:v>
                </c:pt>
                <c:pt idx="235">
                  <c:v>115</c:v>
                </c:pt>
                <c:pt idx="236">
                  <c:v>95</c:v>
                </c:pt>
                <c:pt idx="237">
                  <c:v>106</c:v>
                </c:pt>
                <c:pt idx="238">
                  <c:v>118</c:v>
                </c:pt>
                <c:pt idx="239">
                  <c:v>127</c:v>
                </c:pt>
                <c:pt idx="240">
                  <c:v>104</c:v>
                </c:pt>
                <c:pt idx="241">
                  <c:v>131</c:v>
                </c:pt>
                <c:pt idx="242">
                  <c:v>130</c:v>
                </c:pt>
                <c:pt idx="243">
                  <c:v>138</c:v>
                </c:pt>
                <c:pt idx="244">
                  <c:v>167</c:v>
                </c:pt>
                <c:pt idx="245">
                  <c:v>170</c:v>
                </c:pt>
                <c:pt idx="246">
                  <c:v>165</c:v>
                </c:pt>
                <c:pt idx="247">
                  <c:v>149</c:v>
                </c:pt>
                <c:pt idx="248">
                  <c:v>151</c:v>
                </c:pt>
                <c:pt idx="249">
                  <c:v>173</c:v>
                </c:pt>
                <c:pt idx="250">
                  <c:v>150</c:v>
                </c:pt>
                <c:pt idx="251">
                  <c:v>162</c:v>
                </c:pt>
                <c:pt idx="252">
                  <c:v>175</c:v>
                </c:pt>
                <c:pt idx="253">
                  <c:v>176</c:v>
                </c:pt>
                <c:pt idx="254">
                  <c:v>180</c:v>
                </c:pt>
                <c:pt idx="255">
                  <c:v>168</c:v>
                </c:pt>
                <c:pt idx="256">
                  <c:v>185</c:v>
                </c:pt>
                <c:pt idx="257">
                  <c:v>181</c:v>
                </c:pt>
                <c:pt idx="258">
                  <c:v>172</c:v>
                </c:pt>
                <c:pt idx="259">
                  <c:v>187</c:v>
                </c:pt>
                <c:pt idx="260">
                  <c:v>218</c:v>
                </c:pt>
                <c:pt idx="261">
                  <c:v>184</c:v>
                </c:pt>
                <c:pt idx="262">
                  <c:v>194</c:v>
                </c:pt>
                <c:pt idx="263">
                  <c:v>131</c:v>
                </c:pt>
                <c:pt idx="264">
                  <c:v>176</c:v>
                </c:pt>
                <c:pt idx="265">
                  <c:v>136</c:v>
                </c:pt>
                <c:pt idx="266">
                  <c:v>153</c:v>
                </c:pt>
                <c:pt idx="267">
                  <c:v>159</c:v>
                </c:pt>
                <c:pt idx="268">
                  <c:v>143</c:v>
                </c:pt>
                <c:pt idx="269">
                  <c:v>156</c:v>
                </c:pt>
                <c:pt idx="270">
                  <c:v>151</c:v>
                </c:pt>
                <c:pt idx="271">
                  <c:v>148</c:v>
                </c:pt>
                <c:pt idx="272">
                  <c:v>184</c:v>
                </c:pt>
                <c:pt idx="273">
                  <c:v>204</c:v>
                </c:pt>
                <c:pt idx="274">
                  <c:v>215</c:v>
                </c:pt>
                <c:pt idx="275">
                  <c:v>198</c:v>
                </c:pt>
                <c:pt idx="276">
                  <c:v>199</c:v>
                </c:pt>
                <c:pt idx="277">
                  <c:v>188</c:v>
                </c:pt>
                <c:pt idx="278">
                  <c:v>197</c:v>
                </c:pt>
                <c:pt idx="279">
                  <c:v>192</c:v>
                </c:pt>
                <c:pt idx="280">
                  <c:v>200</c:v>
                </c:pt>
                <c:pt idx="281">
                  <c:v>192</c:v>
                </c:pt>
                <c:pt idx="282">
                  <c:v>172</c:v>
                </c:pt>
                <c:pt idx="283">
                  <c:v>160</c:v>
                </c:pt>
                <c:pt idx="284">
                  <c:v>168</c:v>
                </c:pt>
                <c:pt idx="285">
                  <c:v>171</c:v>
                </c:pt>
                <c:pt idx="286">
                  <c:v>154</c:v>
                </c:pt>
                <c:pt idx="287">
                  <c:v>146</c:v>
                </c:pt>
                <c:pt idx="288">
                  <c:v>166</c:v>
                </c:pt>
                <c:pt idx="289">
                  <c:v>134</c:v>
                </c:pt>
                <c:pt idx="290">
                  <c:v>149</c:v>
                </c:pt>
                <c:pt idx="291">
                  <c:v>132</c:v>
                </c:pt>
                <c:pt idx="292">
                  <c:v>131</c:v>
                </c:pt>
                <c:pt idx="293">
                  <c:v>104</c:v>
                </c:pt>
                <c:pt idx="294">
                  <c:v>105</c:v>
                </c:pt>
                <c:pt idx="295">
                  <c:v>105</c:v>
                </c:pt>
                <c:pt idx="296">
                  <c:v>90</c:v>
                </c:pt>
                <c:pt idx="297">
                  <c:v>101</c:v>
                </c:pt>
                <c:pt idx="298">
                  <c:v>92</c:v>
                </c:pt>
                <c:pt idx="299">
                  <c:v>68</c:v>
                </c:pt>
                <c:pt idx="300">
                  <c:v>75</c:v>
                </c:pt>
                <c:pt idx="301">
                  <c:v>73</c:v>
                </c:pt>
                <c:pt idx="302">
                  <c:v>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2F1-4116-A112-651822FE2EA6}"/>
            </c:ext>
          </c:extLst>
        </c:ser>
        <c:ser>
          <c:idx val="1"/>
          <c:order val="1"/>
          <c:tx>
            <c:strRef>
              <c:f>'[16 06_38_196992bb5b6d6d74.31428674Задание1.Маркетинговаяакция.xlsx]DAU'!$E$1</c:f>
              <c:strCache>
                <c:ptCount val="1"/>
                <c:pt idx="0">
                  <c:v>wau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'[16 06_38_196992bb5b6d6d74.31428674Задание1.Маркетинговаяакция.xlsx]DAU'!$C$2:$C$304</c:f>
              <c:numCache>
                <c:formatCode>m/d/yyyy</c:formatCode>
                <c:ptCount val="303"/>
                <c:pt idx="0">
                  <c:v>44744</c:v>
                </c:pt>
                <c:pt idx="1">
                  <c:v>44745</c:v>
                </c:pt>
                <c:pt idx="2">
                  <c:v>44746</c:v>
                </c:pt>
                <c:pt idx="3">
                  <c:v>44747</c:v>
                </c:pt>
                <c:pt idx="4">
                  <c:v>44748</c:v>
                </c:pt>
                <c:pt idx="5">
                  <c:v>44749</c:v>
                </c:pt>
                <c:pt idx="6">
                  <c:v>44750</c:v>
                </c:pt>
                <c:pt idx="7">
                  <c:v>44751</c:v>
                </c:pt>
                <c:pt idx="8">
                  <c:v>44752</c:v>
                </c:pt>
                <c:pt idx="9">
                  <c:v>44753</c:v>
                </c:pt>
                <c:pt idx="10">
                  <c:v>44754</c:v>
                </c:pt>
                <c:pt idx="11">
                  <c:v>44755</c:v>
                </c:pt>
                <c:pt idx="12">
                  <c:v>44756</c:v>
                </c:pt>
                <c:pt idx="13">
                  <c:v>44757</c:v>
                </c:pt>
                <c:pt idx="14">
                  <c:v>44758</c:v>
                </c:pt>
                <c:pt idx="15">
                  <c:v>44759</c:v>
                </c:pt>
                <c:pt idx="16">
                  <c:v>44760</c:v>
                </c:pt>
                <c:pt idx="17">
                  <c:v>44761</c:v>
                </c:pt>
                <c:pt idx="18">
                  <c:v>44762</c:v>
                </c:pt>
                <c:pt idx="19">
                  <c:v>44763</c:v>
                </c:pt>
                <c:pt idx="20">
                  <c:v>44764</c:v>
                </c:pt>
                <c:pt idx="21">
                  <c:v>44765</c:v>
                </c:pt>
                <c:pt idx="22">
                  <c:v>44766</c:v>
                </c:pt>
                <c:pt idx="23">
                  <c:v>44767</c:v>
                </c:pt>
                <c:pt idx="24">
                  <c:v>44768</c:v>
                </c:pt>
                <c:pt idx="25">
                  <c:v>44769</c:v>
                </c:pt>
                <c:pt idx="26">
                  <c:v>44770</c:v>
                </c:pt>
                <c:pt idx="27">
                  <c:v>44771</c:v>
                </c:pt>
                <c:pt idx="28">
                  <c:v>44772</c:v>
                </c:pt>
                <c:pt idx="29">
                  <c:v>44773</c:v>
                </c:pt>
                <c:pt idx="30">
                  <c:v>44774</c:v>
                </c:pt>
                <c:pt idx="31">
                  <c:v>44775</c:v>
                </c:pt>
                <c:pt idx="32">
                  <c:v>44776</c:v>
                </c:pt>
                <c:pt idx="33">
                  <c:v>44777</c:v>
                </c:pt>
                <c:pt idx="34">
                  <c:v>44778</c:v>
                </c:pt>
                <c:pt idx="35">
                  <c:v>44779</c:v>
                </c:pt>
                <c:pt idx="36">
                  <c:v>44780</c:v>
                </c:pt>
                <c:pt idx="37">
                  <c:v>44781</c:v>
                </c:pt>
                <c:pt idx="38">
                  <c:v>44782</c:v>
                </c:pt>
                <c:pt idx="39">
                  <c:v>44783</c:v>
                </c:pt>
                <c:pt idx="40">
                  <c:v>44784</c:v>
                </c:pt>
                <c:pt idx="41">
                  <c:v>44785</c:v>
                </c:pt>
                <c:pt idx="42">
                  <c:v>44786</c:v>
                </c:pt>
                <c:pt idx="43">
                  <c:v>44787</c:v>
                </c:pt>
                <c:pt idx="44">
                  <c:v>44788</c:v>
                </c:pt>
                <c:pt idx="45">
                  <c:v>44789</c:v>
                </c:pt>
                <c:pt idx="46">
                  <c:v>44790</c:v>
                </c:pt>
                <c:pt idx="47">
                  <c:v>44791</c:v>
                </c:pt>
                <c:pt idx="48">
                  <c:v>44792</c:v>
                </c:pt>
                <c:pt idx="49">
                  <c:v>44793</c:v>
                </c:pt>
                <c:pt idx="50">
                  <c:v>44794</c:v>
                </c:pt>
                <c:pt idx="51">
                  <c:v>44795</c:v>
                </c:pt>
                <c:pt idx="52">
                  <c:v>44796</c:v>
                </c:pt>
                <c:pt idx="53">
                  <c:v>44797</c:v>
                </c:pt>
                <c:pt idx="54">
                  <c:v>44798</c:v>
                </c:pt>
                <c:pt idx="55">
                  <c:v>44799</c:v>
                </c:pt>
                <c:pt idx="56">
                  <c:v>44800</c:v>
                </c:pt>
                <c:pt idx="57">
                  <c:v>44801</c:v>
                </c:pt>
                <c:pt idx="58">
                  <c:v>44802</c:v>
                </c:pt>
                <c:pt idx="59">
                  <c:v>44803</c:v>
                </c:pt>
                <c:pt idx="60">
                  <c:v>44804</c:v>
                </c:pt>
                <c:pt idx="61">
                  <c:v>44805</c:v>
                </c:pt>
                <c:pt idx="62">
                  <c:v>44806</c:v>
                </c:pt>
                <c:pt idx="63">
                  <c:v>44807</c:v>
                </c:pt>
                <c:pt idx="64">
                  <c:v>44808</c:v>
                </c:pt>
                <c:pt idx="65">
                  <c:v>44809</c:v>
                </c:pt>
                <c:pt idx="66">
                  <c:v>44810</c:v>
                </c:pt>
                <c:pt idx="67">
                  <c:v>44811</c:v>
                </c:pt>
                <c:pt idx="68">
                  <c:v>44812</c:v>
                </c:pt>
                <c:pt idx="69">
                  <c:v>44813</c:v>
                </c:pt>
                <c:pt idx="70">
                  <c:v>44814</c:v>
                </c:pt>
                <c:pt idx="71">
                  <c:v>44815</c:v>
                </c:pt>
                <c:pt idx="72">
                  <c:v>44816</c:v>
                </c:pt>
                <c:pt idx="73">
                  <c:v>44817</c:v>
                </c:pt>
                <c:pt idx="74">
                  <c:v>44818</c:v>
                </c:pt>
                <c:pt idx="75">
                  <c:v>44819</c:v>
                </c:pt>
                <c:pt idx="76">
                  <c:v>44820</c:v>
                </c:pt>
                <c:pt idx="77">
                  <c:v>44821</c:v>
                </c:pt>
                <c:pt idx="78">
                  <c:v>44822</c:v>
                </c:pt>
                <c:pt idx="79">
                  <c:v>44823</c:v>
                </c:pt>
                <c:pt idx="80">
                  <c:v>44824</c:v>
                </c:pt>
                <c:pt idx="81">
                  <c:v>44825</c:v>
                </c:pt>
                <c:pt idx="82">
                  <c:v>44826</c:v>
                </c:pt>
                <c:pt idx="83">
                  <c:v>44827</c:v>
                </c:pt>
                <c:pt idx="84">
                  <c:v>44828</c:v>
                </c:pt>
                <c:pt idx="85">
                  <c:v>44829</c:v>
                </c:pt>
                <c:pt idx="86">
                  <c:v>44830</c:v>
                </c:pt>
                <c:pt idx="87">
                  <c:v>44831</c:v>
                </c:pt>
                <c:pt idx="88">
                  <c:v>44832</c:v>
                </c:pt>
                <c:pt idx="89">
                  <c:v>44833</c:v>
                </c:pt>
                <c:pt idx="90">
                  <c:v>44834</c:v>
                </c:pt>
                <c:pt idx="91">
                  <c:v>44835</c:v>
                </c:pt>
                <c:pt idx="92">
                  <c:v>44836</c:v>
                </c:pt>
                <c:pt idx="93">
                  <c:v>44837</c:v>
                </c:pt>
                <c:pt idx="94">
                  <c:v>44838</c:v>
                </c:pt>
                <c:pt idx="95">
                  <c:v>44839</c:v>
                </c:pt>
                <c:pt idx="96">
                  <c:v>44840</c:v>
                </c:pt>
                <c:pt idx="97">
                  <c:v>44841</c:v>
                </c:pt>
                <c:pt idx="98">
                  <c:v>44842</c:v>
                </c:pt>
                <c:pt idx="99">
                  <c:v>44843</c:v>
                </c:pt>
                <c:pt idx="100">
                  <c:v>44844</c:v>
                </c:pt>
                <c:pt idx="101">
                  <c:v>44845</c:v>
                </c:pt>
                <c:pt idx="102">
                  <c:v>44846</c:v>
                </c:pt>
                <c:pt idx="103">
                  <c:v>44847</c:v>
                </c:pt>
                <c:pt idx="104">
                  <c:v>44848</c:v>
                </c:pt>
                <c:pt idx="105">
                  <c:v>44849</c:v>
                </c:pt>
                <c:pt idx="106">
                  <c:v>44850</c:v>
                </c:pt>
                <c:pt idx="107">
                  <c:v>44851</c:v>
                </c:pt>
                <c:pt idx="108">
                  <c:v>44852</c:v>
                </c:pt>
                <c:pt idx="109">
                  <c:v>44853</c:v>
                </c:pt>
                <c:pt idx="110">
                  <c:v>44854</c:v>
                </c:pt>
                <c:pt idx="111">
                  <c:v>44855</c:v>
                </c:pt>
                <c:pt idx="112">
                  <c:v>44856</c:v>
                </c:pt>
                <c:pt idx="113">
                  <c:v>44857</c:v>
                </c:pt>
                <c:pt idx="114">
                  <c:v>44858</c:v>
                </c:pt>
                <c:pt idx="115">
                  <c:v>44859</c:v>
                </c:pt>
                <c:pt idx="116">
                  <c:v>44860</c:v>
                </c:pt>
                <c:pt idx="117">
                  <c:v>44861</c:v>
                </c:pt>
                <c:pt idx="118">
                  <c:v>44862</c:v>
                </c:pt>
                <c:pt idx="119">
                  <c:v>44863</c:v>
                </c:pt>
                <c:pt idx="120">
                  <c:v>44864</c:v>
                </c:pt>
                <c:pt idx="121">
                  <c:v>44865</c:v>
                </c:pt>
                <c:pt idx="122">
                  <c:v>44866</c:v>
                </c:pt>
                <c:pt idx="123">
                  <c:v>44867</c:v>
                </c:pt>
                <c:pt idx="124">
                  <c:v>44868</c:v>
                </c:pt>
                <c:pt idx="125">
                  <c:v>44869</c:v>
                </c:pt>
                <c:pt idx="126">
                  <c:v>44870</c:v>
                </c:pt>
                <c:pt idx="127">
                  <c:v>44871</c:v>
                </c:pt>
                <c:pt idx="128">
                  <c:v>44872</c:v>
                </c:pt>
                <c:pt idx="129">
                  <c:v>44873</c:v>
                </c:pt>
                <c:pt idx="130">
                  <c:v>44874</c:v>
                </c:pt>
                <c:pt idx="131">
                  <c:v>44875</c:v>
                </c:pt>
                <c:pt idx="132">
                  <c:v>44876</c:v>
                </c:pt>
                <c:pt idx="133">
                  <c:v>44877</c:v>
                </c:pt>
                <c:pt idx="134">
                  <c:v>44878</c:v>
                </c:pt>
                <c:pt idx="135">
                  <c:v>44879</c:v>
                </c:pt>
                <c:pt idx="136">
                  <c:v>44880</c:v>
                </c:pt>
                <c:pt idx="137">
                  <c:v>44881</c:v>
                </c:pt>
                <c:pt idx="138">
                  <c:v>44882</c:v>
                </c:pt>
                <c:pt idx="139">
                  <c:v>44883</c:v>
                </c:pt>
                <c:pt idx="140">
                  <c:v>44884</c:v>
                </c:pt>
                <c:pt idx="141">
                  <c:v>44885</c:v>
                </c:pt>
                <c:pt idx="142">
                  <c:v>44886</c:v>
                </c:pt>
                <c:pt idx="143">
                  <c:v>44887</c:v>
                </c:pt>
                <c:pt idx="144">
                  <c:v>44888</c:v>
                </c:pt>
                <c:pt idx="145">
                  <c:v>44889</c:v>
                </c:pt>
                <c:pt idx="146">
                  <c:v>44890</c:v>
                </c:pt>
                <c:pt idx="147">
                  <c:v>44891</c:v>
                </c:pt>
                <c:pt idx="148">
                  <c:v>44892</c:v>
                </c:pt>
                <c:pt idx="149">
                  <c:v>44893</c:v>
                </c:pt>
                <c:pt idx="150">
                  <c:v>44894</c:v>
                </c:pt>
                <c:pt idx="151">
                  <c:v>44895</c:v>
                </c:pt>
                <c:pt idx="152">
                  <c:v>44896</c:v>
                </c:pt>
                <c:pt idx="153">
                  <c:v>44897</c:v>
                </c:pt>
                <c:pt idx="154">
                  <c:v>44898</c:v>
                </c:pt>
                <c:pt idx="155">
                  <c:v>44899</c:v>
                </c:pt>
                <c:pt idx="156">
                  <c:v>44900</c:v>
                </c:pt>
                <c:pt idx="157">
                  <c:v>44901</c:v>
                </c:pt>
                <c:pt idx="158">
                  <c:v>44902</c:v>
                </c:pt>
                <c:pt idx="159">
                  <c:v>44903</c:v>
                </c:pt>
                <c:pt idx="160">
                  <c:v>44904</c:v>
                </c:pt>
                <c:pt idx="161">
                  <c:v>44905</c:v>
                </c:pt>
                <c:pt idx="162">
                  <c:v>44906</c:v>
                </c:pt>
                <c:pt idx="163">
                  <c:v>44907</c:v>
                </c:pt>
                <c:pt idx="164">
                  <c:v>44908</c:v>
                </c:pt>
                <c:pt idx="165">
                  <c:v>44909</c:v>
                </c:pt>
                <c:pt idx="166">
                  <c:v>44910</c:v>
                </c:pt>
                <c:pt idx="167">
                  <c:v>44911</c:v>
                </c:pt>
                <c:pt idx="168">
                  <c:v>44912</c:v>
                </c:pt>
                <c:pt idx="169">
                  <c:v>44913</c:v>
                </c:pt>
                <c:pt idx="170">
                  <c:v>44914</c:v>
                </c:pt>
                <c:pt idx="171">
                  <c:v>44915</c:v>
                </c:pt>
                <c:pt idx="172">
                  <c:v>44916</c:v>
                </c:pt>
                <c:pt idx="173">
                  <c:v>44917</c:v>
                </c:pt>
                <c:pt idx="174">
                  <c:v>44918</c:v>
                </c:pt>
                <c:pt idx="175">
                  <c:v>44919</c:v>
                </c:pt>
                <c:pt idx="176">
                  <c:v>44920</c:v>
                </c:pt>
                <c:pt idx="177">
                  <c:v>44921</c:v>
                </c:pt>
                <c:pt idx="178">
                  <c:v>44922</c:v>
                </c:pt>
                <c:pt idx="179">
                  <c:v>44923</c:v>
                </c:pt>
                <c:pt idx="180">
                  <c:v>44924</c:v>
                </c:pt>
                <c:pt idx="181">
                  <c:v>44925</c:v>
                </c:pt>
                <c:pt idx="182">
                  <c:v>44926</c:v>
                </c:pt>
                <c:pt idx="183">
                  <c:v>44927</c:v>
                </c:pt>
                <c:pt idx="184">
                  <c:v>44928</c:v>
                </c:pt>
                <c:pt idx="185">
                  <c:v>44929</c:v>
                </c:pt>
                <c:pt idx="186">
                  <c:v>44930</c:v>
                </c:pt>
                <c:pt idx="187">
                  <c:v>44931</c:v>
                </c:pt>
                <c:pt idx="188">
                  <c:v>44932</c:v>
                </c:pt>
                <c:pt idx="189">
                  <c:v>44933</c:v>
                </c:pt>
                <c:pt idx="190">
                  <c:v>44934</c:v>
                </c:pt>
                <c:pt idx="191">
                  <c:v>44935</c:v>
                </c:pt>
                <c:pt idx="192">
                  <c:v>44936</c:v>
                </c:pt>
                <c:pt idx="193">
                  <c:v>44937</c:v>
                </c:pt>
                <c:pt idx="194">
                  <c:v>44938</c:v>
                </c:pt>
                <c:pt idx="195">
                  <c:v>44939</c:v>
                </c:pt>
                <c:pt idx="196">
                  <c:v>44940</c:v>
                </c:pt>
                <c:pt idx="197">
                  <c:v>44941</c:v>
                </c:pt>
                <c:pt idx="198">
                  <c:v>44942</c:v>
                </c:pt>
                <c:pt idx="199">
                  <c:v>44943</c:v>
                </c:pt>
                <c:pt idx="200">
                  <c:v>44944</c:v>
                </c:pt>
                <c:pt idx="201">
                  <c:v>44945</c:v>
                </c:pt>
                <c:pt idx="202">
                  <c:v>44946</c:v>
                </c:pt>
                <c:pt idx="203">
                  <c:v>44947</c:v>
                </c:pt>
                <c:pt idx="204">
                  <c:v>44948</c:v>
                </c:pt>
                <c:pt idx="205">
                  <c:v>44949</c:v>
                </c:pt>
                <c:pt idx="206">
                  <c:v>44950</c:v>
                </c:pt>
                <c:pt idx="207">
                  <c:v>44951</c:v>
                </c:pt>
                <c:pt idx="208">
                  <c:v>44952</c:v>
                </c:pt>
                <c:pt idx="209">
                  <c:v>44953</c:v>
                </c:pt>
                <c:pt idx="210">
                  <c:v>44954</c:v>
                </c:pt>
                <c:pt idx="211">
                  <c:v>44955</c:v>
                </c:pt>
                <c:pt idx="212">
                  <c:v>44956</c:v>
                </c:pt>
                <c:pt idx="213">
                  <c:v>44957</c:v>
                </c:pt>
                <c:pt idx="214">
                  <c:v>44958</c:v>
                </c:pt>
                <c:pt idx="215">
                  <c:v>44959</c:v>
                </c:pt>
                <c:pt idx="216">
                  <c:v>44960</c:v>
                </c:pt>
                <c:pt idx="217">
                  <c:v>44961</c:v>
                </c:pt>
                <c:pt idx="218">
                  <c:v>44962</c:v>
                </c:pt>
                <c:pt idx="219">
                  <c:v>44963</c:v>
                </c:pt>
                <c:pt idx="220">
                  <c:v>44964</c:v>
                </c:pt>
                <c:pt idx="221">
                  <c:v>44965</c:v>
                </c:pt>
                <c:pt idx="222">
                  <c:v>44966</c:v>
                </c:pt>
                <c:pt idx="223">
                  <c:v>44967</c:v>
                </c:pt>
                <c:pt idx="224">
                  <c:v>44968</c:v>
                </c:pt>
                <c:pt idx="225">
                  <c:v>44969</c:v>
                </c:pt>
                <c:pt idx="226">
                  <c:v>44970</c:v>
                </c:pt>
                <c:pt idx="227">
                  <c:v>44971</c:v>
                </c:pt>
                <c:pt idx="228">
                  <c:v>44972</c:v>
                </c:pt>
                <c:pt idx="229">
                  <c:v>44973</c:v>
                </c:pt>
                <c:pt idx="230">
                  <c:v>44974</c:v>
                </c:pt>
                <c:pt idx="231">
                  <c:v>44975</c:v>
                </c:pt>
                <c:pt idx="232">
                  <c:v>44976</c:v>
                </c:pt>
                <c:pt idx="233">
                  <c:v>44977</c:v>
                </c:pt>
                <c:pt idx="234">
                  <c:v>44978</c:v>
                </c:pt>
                <c:pt idx="235">
                  <c:v>44979</c:v>
                </c:pt>
                <c:pt idx="236">
                  <c:v>44980</c:v>
                </c:pt>
                <c:pt idx="237">
                  <c:v>44981</c:v>
                </c:pt>
                <c:pt idx="238">
                  <c:v>44982</c:v>
                </c:pt>
                <c:pt idx="239">
                  <c:v>44983</c:v>
                </c:pt>
                <c:pt idx="240">
                  <c:v>44984</c:v>
                </c:pt>
                <c:pt idx="241">
                  <c:v>44985</c:v>
                </c:pt>
                <c:pt idx="242">
                  <c:v>44986</c:v>
                </c:pt>
                <c:pt idx="243">
                  <c:v>44987</c:v>
                </c:pt>
                <c:pt idx="244">
                  <c:v>44988</c:v>
                </c:pt>
                <c:pt idx="245">
                  <c:v>44989</c:v>
                </c:pt>
                <c:pt idx="246">
                  <c:v>44990</c:v>
                </c:pt>
                <c:pt idx="247">
                  <c:v>44991</c:v>
                </c:pt>
                <c:pt idx="248">
                  <c:v>44992</c:v>
                </c:pt>
                <c:pt idx="249">
                  <c:v>44993</c:v>
                </c:pt>
                <c:pt idx="250">
                  <c:v>44994</c:v>
                </c:pt>
                <c:pt idx="251">
                  <c:v>44995</c:v>
                </c:pt>
                <c:pt idx="252">
                  <c:v>44996</c:v>
                </c:pt>
                <c:pt idx="253">
                  <c:v>44997</c:v>
                </c:pt>
                <c:pt idx="254">
                  <c:v>44998</c:v>
                </c:pt>
                <c:pt idx="255">
                  <c:v>44999</c:v>
                </c:pt>
                <c:pt idx="256">
                  <c:v>45000</c:v>
                </c:pt>
                <c:pt idx="257">
                  <c:v>45001</c:v>
                </c:pt>
                <c:pt idx="258">
                  <c:v>45002</c:v>
                </c:pt>
                <c:pt idx="259">
                  <c:v>45003</c:v>
                </c:pt>
                <c:pt idx="260">
                  <c:v>45004</c:v>
                </c:pt>
                <c:pt idx="261">
                  <c:v>45005</c:v>
                </c:pt>
                <c:pt idx="262">
                  <c:v>45006</c:v>
                </c:pt>
                <c:pt idx="263">
                  <c:v>45007</c:v>
                </c:pt>
                <c:pt idx="264">
                  <c:v>45008</c:v>
                </c:pt>
                <c:pt idx="265">
                  <c:v>45009</c:v>
                </c:pt>
                <c:pt idx="266">
                  <c:v>45010</c:v>
                </c:pt>
                <c:pt idx="267">
                  <c:v>45011</c:v>
                </c:pt>
                <c:pt idx="268">
                  <c:v>45012</c:v>
                </c:pt>
                <c:pt idx="269">
                  <c:v>45013</c:v>
                </c:pt>
                <c:pt idx="270">
                  <c:v>45014</c:v>
                </c:pt>
                <c:pt idx="271">
                  <c:v>45015</c:v>
                </c:pt>
                <c:pt idx="272">
                  <c:v>45016</c:v>
                </c:pt>
                <c:pt idx="273">
                  <c:v>45017</c:v>
                </c:pt>
                <c:pt idx="274">
                  <c:v>45018</c:v>
                </c:pt>
                <c:pt idx="275">
                  <c:v>45019</c:v>
                </c:pt>
                <c:pt idx="276">
                  <c:v>45020</c:v>
                </c:pt>
                <c:pt idx="277">
                  <c:v>45021</c:v>
                </c:pt>
                <c:pt idx="278">
                  <c:v>45022</c:v>
                </c:pt>
                <c:pt idx="279">
                  <c:v>45023</c:v>
                </c:pt>
                <c:pt idx="280">
                  <c:v>45024</c:v>
                </c:pt>
                <c:pt idx="281">
                  <c:v>45025</c:v>
                </c:pt>
                <c:pt idx="282">
                  <c:v>45026</c:v>
                </c:pt>
                <c:pt idx="283">
                  <c:v>45027</c:v>
                </c:pt>
                <c:pt idx="284">
                  <c:v>45028</c:v>
                </c:pt>
                <c:pt idx="285">
                  <c:v>45029</c:v>
                </c:pt>
                <c:pt idx="286">
                  <c:v>45030</c:v>
                </c:pt>
                <c:pt idx="287">
                  <c:v>45031</c:v>
                </c:pt>
                <c:pt idx="288">
                  <c:v>45032</c:v>
                </c:pt>
                <c:pt idx="289">
                  <c:v>45033</c:v>
                </c:pt>
                <c:pt idx="290">
                  <c:v>45034</c:v>
                </c:pt>
                <c:pt idx="291">
                  <c:v>45035</c:v>
                </c:pt>
                <c:pt idx="292">
                  <c:v>45036</c:v>
                </c:pt>
                <c:pt idx="293">
                  <c:v>45037</c:v>
                </c:pt>
                <c:pt idx="294">
                  <c:v>45038</c:v>
                </c:pt>
                <c:pt idx="295">
                  <c:v>45039</c:v>
                </c:pt>
                <c:pt idx="296">
                  <c:v>45040</c:v>
                </c:pt>
                <c:pt idx="297">
                  <c:v>45041</c:v>
                </c:pt>
                <c:pt idx="298">
                  <c:v>45042</c:v>
                </c:pt>
                <c:pt idx="299">
                  <c:v>45043</c:v>
                </c:pt>
                <c:pt idx="300">
                  <c:v>45044</c:v>
                </c:pt>
                <c:pt idx="301">
                  <c:v>45045</c:v>
                </c:pt>
                <c:pt idx="302">
                  <c:v>45046</c:v>
                </c:pt>
              </c:numCache>
            </c:numRef>
          </c:cat>
          <c:val>
            <c:numRef>
              <c:f>'[16 06_38_196992bb5b6d6d74.31428674Задание1.Маркетинговаяакция.xlsx]DAU'!$E$2:$E$304</c:f>
              <c:numCache>
                <c:formatCode>General</c:formatCode>
                <c:ptCount val="303"/>
                <c:pt idx="0">
                  <c:v>6</c:v>
                </c:pt>
                <c:pt idx="1">
                  <c:v>6</c:v>
                </c:pt>
                <c:pt idx="2">
                  <c:v>59</c:v>
                </c:pt>
                <c:pt idx="3">
                  <c:v>59</c:v>
                </c:pt>
                <c:pt idx="4">
                  <c:v>59</c:v>
                </c:pt>
                <c:pt idx="5">
                  <c:v>59</c:v>
                </c:pt>
                <c:pt idx="6">
                  <c:v>59</c:v>
                </c:pt>
                <c:pt idx="7">
                  <c:v>59</c:v>
                </c:pt>
                <c:pt idx="8">
                  <c:v>59</c:v>
                </c:pt>
                <c:pt idx="9">
                  <c:v>92</c:v>
                </c:pt>
                <c:pt idx="10">
                  <c:v>92</c:v>
                </c:pt>
                <c:pt idx="11">
                  <c:v>92</c:v>
                </c:pt>
                <c:pt idx="12">
                  <c:v>92</c:v>
                </c:pt>
                <c:pt idx="13">
                  <c:v>92</c:v>
                </c:pt>
                <c:pt idx="14">
                  <c:v>92</c:v>
                </c:pt>
                <c:pt idx="15">
                  <c:v>92</c:v>
                </c:pt>
                <c:pt idx="16">
                  <c:v>133</c:v>
                </c:pt>
                <c:pt idx="17">
                  <c:v>133</c:v>
                </c:pt>
                <c:pt idx="18">
                  <c:v>133</c:v>
                </c:pt>
                <c:pt idx="19">
                  <c:v>133</c:v>
                </c:pt>
                <c:pt idx="20">
                  <c:v>133</c:v>
                </c:pt>
                <c:pt idx="21">
                  <c:v>133</c:v>
                </c:pt>
                <c:pt idx="22">
                  <c:v>133</c:v>
                </c:pt>
                <c:pt idx="23">
                  <c:v>183</c:v>
                </c:pt>
                <c:pt idx="24">
                  <c:v>183</c:v>
                </c:pt>
                <c:pt idx="25">
                  <c:v>183</c:v>
                </c:pt>
                <c:pt idx="26">
                  <c:v>183</c:v>
                </c:pt>
                <c:pt idx="27">
                  <c:v>183</c:v>
                </c:pt>
                <c:pt idx="28">
                  <c:v>183</c:v>
                </c:pt>
                <c:pt idx="29">
                  <c:v>183</c:v>
                </c:pt>
                <c:pt idx="30">
                  <c:v>202</c:v>
                </c:pt>
                <c:pt idx="31">
                  <c:v>202</c:v>
                </c:pt>
                <c:pt idx="32">
                  <c:v>202</c:v>
                </c:pt>
                <c:pt idx="33">
                  <c:v>202</c:v>
                </c:pt>
                <c:pt idx="34">
                  <c:v>202</c:v>
                </c:pt>
                <c:pt idx="35">
                  <c:v>202</c:v>
                </c:pt>
                <c:pt idx="36">
                  <c:v>202</c:v>
                </c:pt>
                <c:pt idx="37">
                  <c:v>193</c:v>
                </c:pt>
                <c:pt idx="38">
                  <c:v>193</c:v>
                </c:pt>
                <c:pt idx="39">
                  <c:v>193</c:v>
                </c:pt>
                <c:pt idx="40">
                  <c:v>193</c:v>
                </c:pt>
                <c:pt idx="41">
                  <c:v>193</c:v>
                </c:pt>
                <c:pt idx="42">
                  <c:v>193</c:v>
                </c:pt>
                <c:pt idx="43">
                  <c:v>193</c:v>
                </c:pt>
                <c:pt idx="44">
                  <c:v>201</c:v>
                </c:pt>
                <c:pt idx="45">
                  <c:v>201</c:v>
                </c:pt>
                <c:pt idx="46">
                  <c:v>201</c:v>
                </c:pt>
                <c:pt idx="47">
                  <c:v>201</c:v>
                </c:pt>
                <c:pt idx="48">
                  <c:v>201</c:v>
                </c:pt>
                <c:pt idx="49">
                  <c:v>201</c:v>
                </c:pt>
                <c:pt idx="50">
                  <c:v>201</c:v>
                </c:pt>
                <c:pt idx="51">
                  <c:v>206</c:v>
                </c:pt>
                <c:pt idx="52">
                  <c:v>206</c:v>
                </c:pt>
                <c:pt idx="53">
                  <c:v>206</c:v>
                </c:pt>
                <c:pt idx="54">
                  <c:v>206</c:v>
                </c:pt>
                <c:pt idx="55">
                  <c:v>206</c:v>
                </c:pt>
                <c:pt idx="56">
                  <c:v>206</c:v>
                </c:pt>
                <c:pt idx="57">
                  <c:v>206</c:v>
                </c:pt>
                <c:pt idx="58">
                  <c:v>192</c:v>
                </c:pt>
                <c:pt idx="59">
                  <c:v>192</c:v>
                </c:pt>
                <c:pt idx="60">
                  <c:v>192</c:v>
                </c:pt>
                <c:pt idx="61">
                  <c:v>192</c:v>
                </c:pt>
                <c:pt idx="62">
                  <c:v>192</c:v>
                </c:pt>
                <c:pt idx="63">
                  <c:v>192</c:v>
                </c:pt>
                <c:pt idx="64">
                  <c:v>192</c:v>
                </c:pt>
                <c:pt idx="65">
                  <c:v>196</c:v>
                </c:pt>
                <c:pt idx="66">
                  <c:v>196</c:v>
                </c:pt>
                <c:pt idx="67">
                  <c:v>196</c:v>
                </c:pt>
                <c:pt idx="68">
                  <c:v>196</c:v>
                </c:pt>
                <c:pt idx="69">
                  <c:v>196</c:v>
                </c:pt>
                <c:pt idx="70">
                  <c:v>196</c:v>
                </c:pt>
                <c:pt idx="71">
                  <c:v>196</c:v>
                </c:pt>
                <c:pt idx="72">
                  <c:v>205</c:v>
                </c:pt>
                <c:pt idx="73">
                  <c:v>205</c:v>
                </c:pt>
                <c:pt idx="74">
                  <c:v>205</c:v>
                </c:pt>
                <c:pt idx="75">
                  <c:v>205</c:v>
                </c:pt>
                <c:pt idx="76">
                  <c:v>205</c:v>
                </c:pt>
                <c:pt idx="77">
                  <c:v>205</c:v>
                </c:pt>
                <c:pt idx="78">
                  <c:v>205</c:v>
                </c:pt>
                <c:pt idx="79">
                  <c:v>213</c:v>
                </c:pt>
                <c:pt idx="80">
                  <c:v>213</c:v>
                </c:pt>
                <c:pt idx="81">
                  <c:v>213</c:v>
                </c:pt>
                <c:pt idx="82">
                  <c:v>213</c:v>
                </c:pt>
                <c:pt idx="83">
                  <c:v>213</c:v>
                </c:pt>
                <c:pt idx="84">
                  <c:v>213</c:v>
                </c:pt>
                <c:pt idx="85">
                  <c:v>213</c:v>
                </c:pt>
                <c:pt idx="86">
                  <c:v>208</c:v>
                </c:pt>
                <c:pt idx="87">
                  <c:v>208</c:v>
                </c:pt>
                <c:pt idx="88">
                  <c:v>208</c:v>
                </c:pt>
                <c:pt idx="89">
                  <c:v>208</c:v>
                </c:pt>
                <c:pt idx="90">
                  <c:v>208</c:v>
                </c:pt>
                <c:pt idx="91">
                  <c:v>208</c:v>
                </c:pt>
                <c:pt idx="92">
                  <c:v>208</c:v>
                </c:pt>
                <c:pt idx="93">
                  <c:v>207</c:v>
                </c:pt>
                <c:pt idx="94">
                  <c:v>207</c:v>
                </c:pt>
                <c:pt idx="95">
                  <c:v>207</c:v>
                </c:pt>
                <c:pt idx="96">
                  <c:v>207</c:v>
                </c:pt>
                <c:pt idx="97">
                  <c:v>207</c:v>
                </c:pt>
                <c:pt idx="98">
                  <c:v>207</c:v>
                </c:pt>
                <c:pt idx="99">
                  <c:v>207</c:v>
                </c:pt>
                <c:pt idx="100">
                  <c:v>204</c:v>
                </c:pt>
                <c:pt idx="101">
                  <c:v>204</c:v>
                </c:pt>
                <c:pt idx="102">
                  <c:v>204</c:v>
                </c:pt>
                <c:pt idx="103">
                  <c:v>204</c:v>
                </c:pt>
                <c:pt idx="104">
                  <c:v>204</c:v>
                </c:pt>
                <c:pt idx="105">
                  <c:v>204</c:v>
                </c:pt>
                <c:pt idx="106">
                  <c:v>204</c:v>
                </c:pt>
                <c:pt idx="107">
                  <c:v>201</c:v>
                </c:pt>
                <c:pt idx="108">
                  <c:v>201</c:v>
                </c:pt>
                <c:pt idx="109">
                  <c:v>201</c:v>
                </c:pt>
                <c:pt idx="110">
                  <c:v>201</c:v>
                </c:pt>
                <c:pt idx="111">
                  <c:v>201</c:v>
                </c:pt>
                <c:pt idx="112">
                  <c:v>201</c:v>
                </c:pt>
                <c:pt idx="113">
                  <c:v>201</c:v>
                </c:pt>
                <c:pt idx="114">
                  <c:v>213</c:v>
                </c:pt>
                <c:pt idx="115">
                  <c:v>213</c:v>
                </c:pt>
                <c:pt idx="116">
                  <c:v>213</c:v>
                </c:pt>
                <c:pt idx="117">
                  <c:v>213</c:v>
                </c:pt>
                <c:pt idx="118">
                  <c:v>213</c:v>
                </c:pt>
                <c:pt idx="119">
                  <c:v>213</c:v>
                </c:pt>
                <c:pt idx="120">
                  <c:v>213</c:v>
                </c:pt>
                <c:pt idx="121">
                  <c:v>214</c:v>
                </c:pt>
                <c:pt idx="122">
                  <c:v>214</c:v>
                </c:pt>
                <c:pt idx="123">
                  <c:v>214</c:v>
                </c:pt>
                <c:pt idx="124">
                  <c:v>214</c:v>
                </c:pt>
                <c:pt idx="125">
                  <c:v>214</c:v>
                </c:pt>
                <c:pt idx="126">
                  <c:v>214</c:v>
                </c:pt>
                <c:pt idx="127">
                  <c:v>214</c:v>
                </c:pt>
                <c:pt idx="128">
                  <c:v>203</c:v>
                </c:pt>
                <c:pt idx="129">
                  <c:v>203</c:v>
                </c:pt>
                <c:pt idx="130">
                  <c:v>203</c:v>
                </c:pt>
                <c:pt idx="131">
                  <c:v>203</c:v>
                </c:pt>
                <c:pt idx="132">
                  <c:v>203</c:v>
                </c:pt>
                <c:pt idx="133">
                  <c:v>203</c:v>
                </c:pt>
                <c:pt idx="134">
                  <c:v>203</c:v>
                </c:pt>
                <c:pt idx="135">
                  <c:v>202</c:v>
                </c:pt>
                <c:pt idx="136">
                  <c:v>202</c:v>
                </c:pt>
                <c:pt idx="137">
                  <c:v>202</c:v>
                </c:pt>
                <c:pt idx="138">
                  <c:v>202</c:v>
                </c:pt>
                <c:pt idx="139">
                  <c:v>202</c:v>
                </c:pt>
                <c:pt idx="140">
                  <c:v>202</c:v>
                </c:pt>
                <c:pt idx="141">
                  <c:v>202</c:v>
                </c:pt>
                <c:pt idx="142">
                  <c:v>167</c:v>
                </c:pt>
                <c:pt idx="143">
                  <c:v>167</c:v>
                </c:pt>
                <c:pt idx="144">
                  <c:v>167</c:v>
                </c:pt>
                <c:pt idx="145">
                  <c:v>167</c:v>
                </c:pt>
                <c:pt idx="146">
                  <c:v>167</c:v>
                </c:pt>
                <c:pt idx="147">
                  <c:v>167</c:v>
                </c:pt>
                <c:pt idx="148">
                  <c:v>167</c:v>
                </c:pt>
                <c:pt idx="149">
                  <c:v>157</c:v>
                </c:pt>
                <c:pt idx="150">
                  <c:v>157</c:v>
                </c:pt>
                <c:pt idx="151">
                  <c:v>157</c:v>
                </c:pt>
                <c:pt idx="152">
                  <c:v>157</c:v>
                </c:pt>
                <c:pt idx="153">
                  <c:v>157</c:v>
                </c:pt>
                <c:pt idx="154">
                  <c:v>157</c:v>
                </c:pt>
                <c:pt idx="155">
                  <c:v>157</c:v>
                </c:pt>
                <c:pt idx="156">
                  <c:v>156</c:v>
                </c:pt>
                <c:pt idx="157">
                  <c:v>156</c:v>
                </c:pt>
                <c:pt idx="158">
                  <c:v>156</c:v>
                </c:pt>
                <c:pt idx="159">
                  <c:v>156</c:v>
                </c:pt>
                <c:pt idx="160">
                  <c:v>156</c:v>
                </c:pt>
                <c:pt idx="161">
                  <c:v>156</c:v>
                </c:pt>
                <c:pt idx="162">
                  <c:v>156</c:v>
                </c:pt>
                <c:pt idx="163">
                  <c:v>153</c:v>
                </c:pt>
                <c:pt idx="164">
                  <c:v>153</c:v>
                </c:pt>
                <c:pt idx="165">
                  <c:v>153</c:v>
                </c:pt>
                <c:pt idx="166">
                  <c:v>153</c:v>
                </c:pt>
                <c:pt idx="167">
                  <c:v>153</c:v>
                </c:pt>
                <c:pt idx="168">
                  <c:v>153</c:v>
                </c:pt>
                <c:pt idx="169">
                  <c:v>153</c:v>
                </c:pt>
                <c:pt idx="170">
                  <c:v>145</c:v>
                </c:pt>
                <c:pt idx="171">
                  <c:v>145</c:v>
                </c:pt>
                <c:pt idx="172">
                  <c:v>145</c:v>
                </c:pt>
                <c:pt idx="173">
                  <c:v>145</c:v>
                </c:pt>
                <c:pt idx="174">
                  <c:v>145</c:v>
                </c:pt>
                <c:pt idx="175">
                  <c:v>145</c:v>
                </c:pt>
                <c:pt idx="176">
                  <c:v>145</c:v>
                </c:pt>
                <c:pt idx="177">
                  <c:v>141</c:v>
                </c:pt>
                <c:pt idx="178">
                  <c:v>141</c:v>
                </c:pt>
                <c:pt idx="179">
                  <c:v>141</c:v>
                </c:pt>
                <c:pt idx="180">
                  <c:v>141</c:v>
                </c:pt>
                <c:pt idx="181">
                  <c:v>141</c:v>
                </c:pt>
                <c:pt idx="182">
                  <c:v>141</c:v>
                </c:pt>
                <c:pt idx="183">
                  <c:v>141</c:v>
                </c:pt>
                <c:pt idx="184">
                  <c:v>190</c:v>
                </c:pt>
                <c:pt idx="185">
                  <c:v>190</c:v>
                </c:pt>
                <c:pt idx="186">
                  <c:v>190</c:v>
                </c:pt>
                <c:pt idx="187">
                  <c:v>190</c:v>
                </c:pt>
                <c:pt idx="188">
                  <c:v>190</c:v>
                </c:pt>
                <c:pt idx="189">
                  <c:v>190</c:v>
                </c:pt>
                <c:pt idx="190">
                  <c:v>190</c:v>
                </c:pt>
                <c:pt idx="191">
                  <c:v>233</c:v>
                </c:pt>
                <c:pt idx="192">
                  <c:v>233</c:v>
                </c:pt>
                <c:pt idx="193">
                  <c:v>233</c:v>
                </c:pt>
                <c:pt idx="194">
                  <c:v>233</c:v>
                </c:pt>
                <c:pt idx="195">
                  <c:v>233</c:v>
                </c:pt>
                <c:pt idx="196">
                  <c:v>233</c:v>
                </c:pt>
                <c:pt idx="197">
                  <c:v>233</c:v>
                </c:pt>
                <c:pt idx="198">
                  <c:v>272</c:v>
                </c:pt>
                <c:pt idx="199">
                  <c:v>272</c:v>
                </c:pt>
                <c:pt idx="200">
                  <c:v>272</c:v>
                </c:pt>
                <c:pt idx="201">
                  <c:v>272</c:v>
                </c:pt>
                <c:pt idx="202">
                  <c:v>272</c:v>
                </c:pt>
                <c:pt idx="203">
                  <c:v>272</c:v>
                </c:pt>
                <c:pt idx="204">
                  <c:v>272</c:v>
                </c:pt>
                <c:pt idx="205">
                  <c:v>295</c:v>
                </c:pt>
                <c:pt idx="206">
                  <c:v>295</c:v>
                </c:pt>
                <c:pt idx="207">
                  <c:v>295</c:v>
                </c:pt>
                <c:pt idx="208">
                  <c:v>295</c:v>
                </c:pt>
                <c:pt idx="209">
                  <c:v>295</c:v>
                </c:pt>
                <c:pt idx="210">
                  <c:v>295</c:v>
                </c:pt>
                <c:pt idx="211">
                  <c:v>295</c:v>
                </c:pt>
                <c:pt idx="212">
                  <c:v>346</c:v>
                </c:pt>
                <c:pt idx="213">
                  <c:v>346</c:v>
                </c:pt>
                <c:pt idx="214">
                  <c:v>346</c:v>
                </c:pt>
                <c:pt idx="215">
                  <c:v>346</c:v>
                </c:pt>
                <c:pt idx="216">
                  <c:v>346</c:v>
                </c:pt>
                <c:pt idx="217">
                  <c:v>346</c:v>
                </c:pt>
                <c:pt idx="218">
                  <c:v>346</c:v>
                </c:pt>
                <c:pt idx="219">
                  <c:v>340</c:v>
                </c:pt>
                <c:pt idx="220">
                  <c:v>340</c:v>
                </c:pt>
                <c:pt idx="221">
                  <c:v>340</c:v>
                </c:pt>
                <c:pt idx="222">
                  <c:v>340</c:v>
                </c:pt>
                <c:pt idx="223">
                  <c:v>340</c:v>
                </c:pt>
                <c:pt idx="224">
                  <c:v>340</c:v>
                </c:pt>
                <c:pt idx="225">
                  <c:v>340</c:v>
                </c:pt>
                <c:pt idx="226">
                  <c:v>347</c:v>
                </c:pt>
                <c:pt idx="227">
                  <c:v>347</c:v>
                </c:pt>
                <c:pt idx="228">
                  <c:v>347</c:v>
                </c:pt>
                <c:pt idx="229">
                  <c:v>347</c:v>
                </c:pt>
                <c:pt idx="230">
                  <c:v>347</c:v>
                </c:pt>
                <c:pt idx="231">
                  <c:v>347</c:v>
                </c:pt>
                <c:pt idx="232">
                  <c:v>347</c:v>
                </c:pt>
                <c:pt idx="233">
                  <c:v>384</c:v>
                </c:pt>
                <c:pt idx="234">
                  <c:v>384</c:v>
                </c:pt>
                <c:pt idx="235">
                  <c:v>384</c:v>
                </c:pt>
                <c:pt idx="236">
                  <c:v>384</c:v>
                </c:pt>
                <c:pt idx="237">
                  <c:v>384</c:v>
                </c:pt>
                <c:pt idx="238">
                  <c:v>384</c:v>
                </c:pt>
                <c:pt idx="239">
                  <c:v>384</c:v>
                </c:pt>
                <c:pt idx="240">
                  <c:v>611</c:v>
                </c:pt>
                <c:pt idx="241">
                  <c:v>611</c:v>
                </c:pt>
                <c:pt idx="242">
                  <c:v>611</c:v>
                </c:pt>
                <c:pt idx="243">
                  <c:v>611</c:v>
                </c:pt>
                <c:pt idx="244">
                  <c:v>611</c:v>
                </c:pt>
                <c:pt idx="245">
                  <c:v>611</c:v>
                </c:pt>
                <c:pt idx="246">
                  <c:v>611</c:v>
                </c:pt>
                <c:pt idx="247">
                  <c:v>712</c:v>
                </c:pt>
                <c:pt idx="248">
                  <c:v>712</c:v>
                </c:pt>
                <c:pt idx="249">
                  <c:v>712</c:v>
                </c:pt>
                <c:pt idx="250">
                  <c:v>712</c:v>
                </c:pt>
                <c:pt idx="251">
                  <c:v>712</c:v>
                </c:pt>
                <c:pt idx="252">
                  <c:v>712</c:v>
                </c:pt>
                <c:pt idx="253">
                  <c:v>712</c:v>
                </c:pt>
                <c:pt idx="254">
                  <c:v>772</c:v>
                </c:pt>
                <c:pt idx="255">
                  <c:v>772</c:v>
                </c:pt>
                <c:pt idx="256">
                  <c:v>772</c:v>
                </c:pt>
                <c:pt idx="257">
                  <c:v>772</c:v>
                </c:pt>
                <c:pt idx="258">
                  <c:v>772</c:v>
                </c:pt>
                <c:pt idx="259">
                  <c:v>772</c:v>
                </c:pt>
                <c:pt idx="260">
                  <c:v>772</c:v>
                </c:pt>
                <c:pt idx="261">
                  <c:v>656</c:v>
                </c:pt>
                <c:pt idx="262">
                  <c:v>656</c:v>
                </c:pt>
                <c:pt idx="263">
                  <c:v>656</c:v>
                </c:pt>
                <c:pt idx="264">
                  <c:v>656</c:v>
                </c:pt>
                <c:pt idx="265">
                  <c:v>656</c:v>
                </c:pt>
                <c:pt idx="266">
                  <c:v>656</c:v>
                </c:pt>
                <c:pt idx="267">
                  <c:v>656</c:v>
                </c:pt>
                <c:pt idx="268">
                  <c:v>661</c:v>
                </c:pt>
                <c:pt idx="269">
                  <c:v>661</c:v>
                </c:pt>
                <c:pt idx="270">
                  <c:v>661</c:v>
                </c:pt>
                <c:pt idx="271">
                  <c:v>661</c:v>
                </c:pt>
                <c:pt idx="272">
                  <c:v>661</c:v>
                </c:pt>
                <c:pt idx="273">
                  <c:v>661</c:v>
                </c:pt>
                <c:pt idx="274">
                  <c:v>661</c:v>
                </c:pt>
                <c:pt idx="275">
                  <c:v>699</c:v>
                </c:pt>
                <c:pt idx="276">
                  <c:v>699</c:v>
                </c:pt>
                <c:pt idx="277">
                  <c:v>699</c:v>
                </c:pt>
                <c:pt idx="278">
                  <c:v>699</c:v>
                </c:pt>
                <c:pt idx="279">
                  <c:v>699</c:v>
                </c:pt>
                <c:pt idx="280">
                  <c:v>699</c:v>
                </c:pt>
                <c:pt idx="281">
                  <c:v>699</c:v>
                </c:pt>
                <c:pt idx="282">
                  <c:v>614</c:v>
                </c:pt>
                <c:pt idx="283">
                  <c:v>614</c:v>
                </c:pt>
                <c:pt idx="284">
                  <c:v>614</c:v>
                </c:pt>
                <c:pt idx="285">
                  <c:v>614</c:v>
                </c:pt>
                <c:pt idx="286">
                  <c:v>614</c:v>
                </c:pt>
                <c:pt idx="287">
                  <c:v>614</c:v>
                </c:pt>
                <c:pt idx="288">
                  <c:v>614</c:v>
                </c:pt>
                <c:pt idx="289">
                  <c:v>545</c:v>
                </c:pt>
                <c:pt idx="290">
                  <c:v>545</c:v>
                </c:pt>
                <c:pt idx="291">
                  <c:v>545</c:v>
                </c:pt>
                <c:pt idx="292">
                  <c:v>545</c:v>
                </c:pt>
                <c:pt idx="293">
                  <c:v>545</c:v>
                </c:pt>
                <c:pt idx="294">
                  <c:v>545</c:v>
                </c:pt>
                <c:pt idx="295">
                  <c:v>545</c:v>
                </c:pt>
                <c:pt idx="296">
                  <c:v>422</c:v>
                </c:pt>
                <c:pt idx="297">
                  <c:v>422</c:v>
                </c:pt>
                <c:pt idx="298">
                  <c:v>422</c:v>
                </c:pt>
                <c:pt idx="299">
                  <c:v>422</c:v>
                </c:pt>
                <c:pt idx="300">
                  <c:v>422</c:v>
                </c:pt>
                <c:pt idx="301">
                  <c:v>422</c:v>
                </c:pt>
                <c:pt idx="302">
                  <c:v>422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2F1-4116-A112-651822FE2EA6}"/>
            </c:ext>
          </c:extLst>
        </c:ser>
        <c:ser>
          <c:idx val="2"/>
          <c:order val="2"/>
          <c:tx>
            <c:strRef>
              <c:f>'[16 06_38_196992bb5b6d6d74.31428674Задание1.Маркетинговаяакция.xlsx]DAU'!$F$1</c:f>
              <c:strCache>
                <c:ptCount val="1"/>
                <c:pt idx="0">
                  <c:v>mau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'[16 06_38_196992bb5b6d6d74.31428674Задание1.Маркетинговаяакция.xlsx]DAU'!$C$2:$C$304</c:f>
              <c:numCache>
                <c:formatCode>m/d/yyyy</c:formatCode>
                <c:ptCount val="303"/>
                <c:pt idx="0">
                  <c:v>44744</c:v>
                </c:pt>
                <c:pt idx="1">
                  <c:v>44745</c:v>
                </c:pt>
                <c:pt idx="2">
                  <c:v>44746</c:v>
                </c:pt>
                <c:pt idx="3">
                  <c:v>44747</c:v>
                </c:pt>
                <c:pt idx="4">
                  <c:v>44748</c:v>
                </c:pt>
                <c:pt idx="5">
                  <c:v>44749</c:v>
                </c:pt>
                <c:pt idx="6">
                  <c:v>44750</c:v>
                </c:pt>
                <c:pt idx="7">
                  <c:v>44751</c:v>
                </c:pt>
                <c:pt idx="8">
                  <c:v>44752</c:v>
                </c:pt>
                <c:pt idx="9">
                  <c:v>44753</c:v>
                </c:pt>
                <c:pt idx="10">
                  <c:v>44754</c:v>
                </c:pt>
                <c:pt idx="11">
                  <c:v>44755</c:v>
                </c:pt>
                <c:pt idx="12">
                  <c:v>44756</c:v>
                </c:pt>
                <c:pt idx="13">
                  <c:v>44757</c:v>
                </c:pt>
                <c:pt idx="14">
                  <c:v>44758</c:v>
                </c:pt>
                <c:pt idx="15">
                  <c:v>44759</c:v>
                </c:pt>
                <c:pt idx="16">
                  <c:v>44760</c:v>
                </c:pt>
                <c:pt idx="17">
                  <c:v>44761</c:v>
                </c:pt>
                <c:pt idx="18">
                  <c:v>44762</c:v>
                </c:pt>
                <c:pt idx="19">
                  <c:v>44763</c:v>
                </c:pt>
                <c:pt idx="20">
                  <c:v>44764</c:v>
                </c:pt>
                <c:pt idx="21">
                  <c:v>44765</c:v>
                </c:pt>
                <c:pt idx="22">
                  <c:v>44766</c:v>
                </c:pt>
                <c:pt idx="23">
                  <c:v>44767</c:v>
                </c:pt>
                <c:pt idx="24">
                  <c:v>44768</c:v>
                </c:pt>
                <c:pt idx="25">
                  <c:v>44769</c:v>
                </c:pt>
                <c:pt idx="26">
                  <c:v>44770</c:v>
                </c:pt>
                <c:pt idx="27">
                  <c:v>44771</c:v>
                </c:pt>
                <c:pt idx="28">
                  <c:v>44772</c:v>
                </c:pt>
                <c:pt idx="29">
                  <c:v>44773</c:v>
                </c:pt>
                <c:pt idx="30">
                  <c:v>44774</c:v>
                </c:pt>
                <c:pt idx="31">
                  <c:v>44775</c:v>
                </c:pt>
                <c:pt idx="32">
                  <c:v>44776</c:v>
                </c:pt>
                <c:pt idx="33">
                  <c:v>44777</c:v>
                </c:pt>
                <c:pt idx="34">
                  <c:v>44778</c:v>
                </c:pt>
                <c:pt idx="35">
                  <c:v>44779</c:v>
                </c:pt>
                <c:pt idx="36">
                  <c:v>44780</c:v>
                </c:pt>
                <c:pt idx="37">
                  <c:v>44781</c:v>
                </c:pt>
                <c:pt idx="38">
                  <c:v>44782</c:v>
                </c:pt>
                <c:pt idx="39">
                  <c:v>44783</c:v>
                </c:pt>
                <c:pt idx="40">
                  <c:v>44784</c:v>
                </c:pt>
                <c:pt idx="41">
                  <c:v>44785</c:v>
                </c:pt>
                <c:pt idx="42">
                  <c:v>44786</c:v>
                </c:pt>
                <c:pt idx="43">
                  <c:v>44787</c:v>
                </c:pt>
                <c:pt idx="44">
                  <c:v>44788</c:v>
                </c:pt>
                <c:pt idx="45">
                  <c:v>44789</c:v>
                </c:pt>
                <c:pt idx="46">
                  <c:v>44790</c:v>
                </c:pt>
                <c:pt idx="47">
                  <c:v>44791</c:v>
                </c:pt>
                <c:pt idx="48">
                  <c:v>44792</c:v>
                </c:pt>
                <c:pt idx="49">
                  <c:v>44793</c:v>
                </c:pt>
                <c:pt idx="50">
                  <c:v>44794</c:v>
                </c:pt>
                <c:pt idx="51">
                  <c:v>44795</c:v>
                </c:pt>
                <c:pt idx="52">
                  <c:v>44796</c:v>
                </c:pt>
                <c:pt idx="53">
                  <c:v>44797</c:v>
                </c:pt>
                <c:pt idx="54">
                  <c:v>44798</c:v>
                </c:pt>
                <c:pt idx="55">
                  <c:v>44799</c:v>
                </c:pt>
                <c:pt idx="56">
                  <c:v>44800</c:v>
                </c:pt>
                <c:pt idx="57">
                  <c:v>44801</c:v>
                </c:pt>
                <c:pt idx="58">
                  <c:v>44802</c:v>
                </c:pt>
                <c:pt idx="59">
                  <c:v>44803</c:v>
                </c:pt>
                <c:pt idx="60">
                  <c:v>44804</c:v>
                </c:pt>
                <c:pt idx="61">
                  <c:v>44805</c:v>
                </c:pt>
                <c:pt idx="62">
                  <c:v>44806</c:v>
                </c:pt>
                <c:pt idx="63">
                  <c:v>44807</c:v>
                </c:pt>
                <c:pt idx="64">
                  <c:v>44808</c:v>
                </c:pt>
                <c:pt idx="65">
                  <c:v>44809</c:v>
                </c:pt>
                <c:pt idx="66">
                  <c:v>44810</c:v>
                </c:pt>
                <c:pt idx="67">
                  <c:v>44811</c:v>
                </c:pt>
                <c:pt idx="68">
                  <c:v>44812</c:v>
                </c:pt>
                <c:pt idx="69">
                  <c:v>44813</c:v>
                </c:pt>
                <c:pt idx="70">
                  <c:v>44814</c:v>
                </c:pt>
                <c:pt idx="71">
                  <c:v>44815</c:v>
                </c:pt>
                <c:pt idx="72">
                  <c:v>44816</c:v>
                </c:pt>
                <c:pt idx="73">
                  <c:v>44817</c:v>
                </c:pt>
                <c:pt idx="74">
                  <c:v>44818</c:v>
                </c:pt>
                <c:pt idx="75">
                  <c:v>44819</c:v>
                </c:pt>
                <c:pt idx="76">
                  <c:v>44820</c:v>
                </c:pt>
                <c:pt idx="77">
                  <c:v>44821</c:v>
                </c:pt>
                <c:pt idx="78">
                  <c:v>44822</c:v>
                </c:pt>
                <c:pt idx="79">
                  <c:v>44823</c:v>
                </c:pt>
                <c:pt idx="80">
                  <c:v>44824</c:v>
                </c:pt>
                <c:pt idx="81">
                  <c:v>44825</c:v>
                </c:pt>
                <c:pt idx="82">
                  <c:v>44826</c:v>
                </c:pt>
                <c:pt idx="83">
                  <c:v>44827</c:v>
                </c:pt>
                <c:pt idx="84">
                  <c:v>44828</c:v>
                </c:pt>
                <c:pt idx="85">
                  <c:v>44829</c:v>
                </c:pt>
                <c:pt idx="86">
                  <c:v>44830</c:v>
                </c:pt>
                <c:pt idx="87">
                  <c:v>44831</c:v>
                </c:pt>
                <c:pt idx="88">
                  <c:v>44832</c:v>
                </c:pt>
                <c:pt idx="89">
                  <c:v>44833</c:v>
                </c:pt>
                <c:pt idx="90">
                  <c:v>44834</c:v>
                </c:pt>
                <c:pt idx="91">
                  <c:v>44835</c:v>
                </c:pt>
                <c:pt idx="92">
                  <c:v>44836</c:v>
                </c:pt>
                <c:pt idx="93">
                  <c:v>44837</c:v>
                </c:pt>
                <c:pt idx="94">
                  <c:v>44838</c:v>
                </c:pt>
                <c:pt idx="95">
                  <c:v>44839</c:v>
                </c:pt>
                <c:pt idx="96">
                  <c:v>44840</c:v>
                </c:pt>
                <c:pt idx="97">
                  <c:v>44841</c:v>
                </c:pt>
                <c:pt idx="98">
                  <c:v>44842</c:v>
                </c:pt>
                <c:pt idx="99">
                  <c:v>44843</c:v>
                </c:pt>
                <c:pt idx="100">
                  <c:v>44844</c:v>
                </c:pt>
                <c:pt idx="101">
                  <c:v>44845</c:v>
                </c:pt>
                <c:pt idx="102">
                  <c:v>44846</c:v>
                </c:pt>
                <c:pt idx="103">
                  <c:v>44847</c:v>
                </c:pt>
                <c:pt idx="104">
                  <c:v>44848</c:v>
                </c:pt>
                <c:pt idx="105">
                  <c:v>44849</c:v>
                </c:pt>
                <c:pt idx="106">
                  <c:v>44850</c:v>
                </c:pt>
                <c:pt idx="107">
                  <c:v>44851</c:v>
                </c:pt>
                <c:pt idx="108">
                  <c:v>44852</c:v>
                </c:pt>
                <c:pt idx="109">
                  <c:v>44853</c:v>
                </c:pt>
                <c:pt idx="110">
                  <c:v>44854</c:v>
                </c:pt>
                <c:pt idx="111">
                  <c:v>44855</c:v>
                </c:pt>
                <c:pt idx="112">
                  <c:v>44856</c:v>
                </c:pt>
                <c:pt idx="113">
                  <c:v>44857</c:v>
                </c:pt>
                <c:pt idx="114">
                  <c:v>44858</c:v>
                </c:pt>
                <c:pt idx="115">
                  <c:v>44859</c:v>
                </c:pt>
                <c:pt idx="116">
                  <c:v>44860</c:v>
                </c:pt>
                <c:pt idx="117">
                  <c:v>44861</c:v>
                </c:pt>
                <c:pt idx="118">
                  <c:v>44862</c:v>
                </c:pt>
                <c:pt idx="119">
                  <c:v>44863</c:v>
                </c:pt>
                <c:pt idx="120">
                  <c:v>44864</c:v>
                </c:pt>
                <c:pt idx="121">
                  <c:v>44865</c:v>
                </c:pt>
                <c:pt idx="122">
                  <c:v>44866</c:v>
                </c:pt>
                <c:pt idx="123">
                  <c:v>44867</c:v>
                </c:pt>
                <c:pt idx="124">
                  <c:v>44868</c:v>
                </c:pt>
                <c:pt idx="125">
                  <c:v>44869</c:v>
                </c:pt>
                <c:pt idx="126">
                  <c:v>44870</c:v>
                </c:pt>
                <c:pt idx="127">
                  <c:v>44871</c:v>
                </c:pt>
                <c:pt idx="128">
                  <c:v>44872</c:v>
                </c:pt>
                <c:pt idx="129">
                  <c:v>44873</c:v>
                </c:pt>
                <c:pt idx="130">
                  <c:v>44874</c:v>
                </c:pt>
                <c:pt idx="131">
                  <c:v>44875</c:v>
                </c:pt>
                <c:pt idx="132">
                  <c:v>44876</c:v>
                </c:pt>
                <c:pt idx="133">
                  <c:v>44877</c:v>
                </c:pt>
                <c:pt idx="134">
                  <c:v>44878</c:v>
                </c:pt>
                <c:pt idx="135">
                  <c:v>44879</c:v>
                </c:pt>
                <c:pt idx="136">
                  <c:v>44880</c:v>
                </c:pt>
                <c:pt idx="137">
                  <c:v>44881</c:v>
                </c:pt>
                <c:pt idx="138">
                  <c:v>44882</c:v>
                </c:pt>
                <c:pt idx="139">
                  <c:v>44883</c:v>
                </c:pt>
                <c:pt idx="140">
                  <c:v>44884</c:v>
                </c:pt>
                <c:pt idx="141">
                  <c:v>44885</c:v>
                </c:pt>
                <c:pt idx="142">
                  <c:v>44886</c:v>
                </c:pt>
                <c:pt idx="143">
                  <c:v>44887</c:v>
                </c:pt>
                <c:pt idx="144">
                  <c:v>44888</c:v>
                </c:pt>
                <c:pt idx="145">
                  <c:v>44889</c:v>
                </c:pt>
                <c:pt idx="146">
                  <c:v>44890</c:v>
                </c:pt>
                <c:pt idx="147">
                  <c:v>44891</c:v>
                </c:pt>
                <c:pt idx="148">
                  <c:v>44892</c:v>
                </c:pt>
                <c:pt idx="149">
                  <c:v>44893</c:v>
                </c:pt>
                <c:pt idx="150">
                  <c:v>44894</c:v>
                </c:pt>
                <c:pt idx="151">
                  <c:v>44895</c:v>
                </c:pt>
                <c:pt idx="152">
                  <c:v>44896</c:v>
                </c:pt>
                <c:pt idx="153">
                  <c:v>44897</c:v>
                </c:pt>
                <c:pt idx="154">
                  <c:v>44898</c:v>
                </c:pt>
                <c:pt idx="155">
                  <c:v>44899</c:v>
                </c:pt>
                <c:pt idx="156">
                  <c:v>44900</c:v>
                </c:pt>
                <c:pt idx="157">
                  <c:v>44901</c:v>
                </c:pt>
                <c:pt idx="158">
                  <c:v>44902</c:v>
                </c:pt>
                <c:pt idx="159">
                  <c:v>44903</c:v>
                </c:pt>
                <c:pt idx="160">
                  <c:v>44904</c:v>
                </c:pt>
                <c:pt idx="161">
                  <c:v>44905</c:v>
                </c:pt>
                <c:pt idx="162">
                  <c:v>44906</c:v>
                </c:pt>
                <c:pt idx="163">
                  <c:v>44907</c:v>
                </c:pt>
                <c:pt idx="164">
                  <c:v>44908</c:v>
                </c:pt>
                <c:pt idx="165">
                  <c:v>44909</c:v>
                </c:pt>
                <c:pt idx="166">
                  <c:v>44910</c:v>
                </c:pt>
                <c:pt idx="167">
                  <c:v>44911</c:v>
                </c:pt>
                <c:pt idx="168">
                  <c:v>44912</c:v>
                </c:pt>
                <c:pt idx="169">
                  <c:v>44913</c:v>
                </c:pt>
                <c:pt idx="170">
                  <c:v>44914</c:v>
                </c:pt>
                <c:pt idx="171">
                  <c:v>44915</c:v>
                </c:pt>
                <c:pt idx="172">
                  <c:v>44916</c:v>
                </c:pt>
                <c:pt idx="173">
                  <c:v>44917</c:v>
                </c:pt>
                <c:pt idx="174">
                  <c:v>44918</c:v>
                </c:pt>
                <c:pt idx="175">
                  <c:v>44919</c:v>
                </c:pt>
                <c:pt idx="176">
                  <c:v>44920</c:v>
                </c:pt>
                <c:pt idx="177">
                  <c:v>44921</c:v>
                </c:pt>
                <c:pt idx="178">
                  <c:v>44922</c:v>
                </c:pt>
                <c:pt idx="179">
                  <c:v>44923</c:v>
                </c:pt>
                <c:pt idx="180">
                  <c:v>44924</c:v>
                </c:pt>
                <c:pt idx="181">
                  <c:v>44925</c:v>
                </c:pt>
                <c:pt idx="182">
                  <c:v>44926</c:v>
                </c:pt>
                <c:pt idx="183">
                  <c:v>44927</c:v>
                </c:pt>
                <c:pt idx="184">
                  <c:v>44928</c:v>
                </c:pt>
                <c:pt idx="185">
                  <c:v>44929</c:v>
                </c:pt>
                <c:pt idx="186">
                  <c:v>44930</c:v>
                </c:pt>
                <c:pt idx="187">
                  <c:v>44931</c:v>
                </c:pt>
                <c:pt idx="188">
                  <c:v>44932</c:v>
                </c:pt>
                <c:pt idx="189">
                  <c:v>44933</c:v>
                </c:pt>
                <c:pt idx="190">
                  <c:v>44934</c:v>
                </c:pt>
                <c:pt idx="191">
                  <c:v>44935</c:v>
                </c:pt>
                <c:pt idx="192">
                  <c:v>44936</c:v>
                </c:pt>
                <c:pt idx="193">
                  <c:v>44937</c:v>
                </c:pt>
                <c:pt idx="194">
                  <c:v>44938</c:v>
                </c:pt>
                <c:pt idx="195">
                  <c:v>44939</c:v>
                </c:pt>
                <c:pt idx="196">
                  <c:v>44940</c:v>
                </c:pt>
                <c:pt idx="197">
                  <c:v>44941</c:v>
                </c:pt>
                <c:pt idx="198">
                  <c:v>44942</c:v>
                </c:pt>
                <c:pt idx="199">
                  <c:v>44943</c:v>
                </c:pt>
                <c:pt idx="200">
                  <c:v>44944</c:v>
                </c:pt>
                <c:pt idx="201">
                  <c:v>44945</c:v>
                </c:pt>
                <c:pt idx="202">
                  <c:v>44946</c:v>
                </c:pt>
                <c:pt idx="203">
                  <c:v>44947</c:v>
                </c:pt>
                <c:pt idx="204">
                  <c:v>44948</c:v>
                </c:pt>
                <c:pt idx="205">
                  <c:v>44949</c:v>
                </c:pt>
                <c:pt idx="206">
                  <c:v>44950</c:v>
                </c:pt>
                <c:pt idx="207">
                  <c:v>44951</c:v>
                </c:pt>
                <c:pt idx="208">
                  <c:v>44952</c:v>
                </c:pt>
                <c:pt idx="209">
                  <c:v>44953</c:v>
                </c:pt>
                <c:pt idx="210">
                  <c:v>44954</c:v>
                </c:pt>
                <c:pt idx="211">
                  <c:v>44955</c:v>
                </c:pt>
                <c:pt idx="212">
                  <c:v>44956</c:v>
                </c:pt>
                <c:pt idx="213">
                  <c:v>44957</c:v>
                </c:pt>
                <c:pt idx="214">
                  <c:v>44958</c:v>
                </c:pt>
                <c:pt idx="215">
                  <c:v>44959</c:v>
                </c:pt>
                <c:pt idx="216">
                  <c:v>44960</c:v>
                </c:pt>
                <c:pt idx="217">
                  <c:v>44961</c:v>
                </c:pt>
                <c:pt idx="218">
                  <c:v>44962</c:v>
                </c:pt>
                <c:pt idx="219">
                  <c:v>44963</c:v>
                </c:pt>
                <c:pt idx="220">
                  <c:v>44964</c:v>
                </c:pt>
                <c:pt idx="221">
                  <c:v>44965</c:v>
                </c:pt>
                <c:pt idx="222">
                  <c:v>44966</c:v>
                </c:pt>
                <c:pt idx="223">
                  <c:v>44967</c:v>
                </c:pt>
                <c:pt idx="224">
                  <c:v>44968</c:v>
                </c:pt>
                <c:pt idx="225">
                  <c:v>44969</c:v>
                </c:pt>
                <c:pt idx="226">
                  <c:v>44970</c:v>
                </c:pt>
                <c:pt idx="227">
                  <c:v>44971</c:v>
                </c:pt>
                <c:pt idx="228">
                  <c:v>44972</c:v>
                </c:pt>
                <c:pt idx="229">
                  <c:v>44973</c:v>
                </c:pt>
                <c:pt idx="230">
                  <c:v>44974</c:v>
                </c:pt>
                <c:pt idx="231">
                  <c:v>44975</c:v>
                </c:pt>
                <c:pt idx="232">
                  <c:v>44976</c:v>
                </c:pt>
                <c:pt idx="233">
                  <c:v>44977</c:v>
                </c:pt>
                <c:pt idx="234">
                  <c:v>44978</c:v>
                </c:pt>
                <c:pt idx="235">
                  <c:v>44979</c:v>
                </c:pt>
                <c:pt idx="236">
                  <c:v>44980</c:v>
                </c:pt>
                <c:pt idx="237">
                  <c:v>44981</c:v>
                </c:pt>
                <c:pt idx="238">
                  <c:v>44982</c:v>
                </c:pt>
                <c:pt idx="239">
                  <c:v>44983</c:v>
                </c:pt>
                <c:pt idx="240">
                  <c:v>44984</c:v>
                </c:pt>
                <c:pt idx="241">
                  <c:v>44985</c:v>
                </c:pt>
                <c:pt idx="242">
                  <c:v>44986</c:v>
                </c:pt>
                <c:pt idx="243">
                  <c:v>44987</c:v>
                </c:pt>
                <c:pt idx="244">
                  <c:v>44988</c:v>
                </c:pt>
                <c:pt idx="245">
                  <c:v>44989</c:v>
                </c:pt>
                <c:pt idx="246">
                  <c:v>44990</c:v>
                </c:pt>
                <c:pt idx="247">
                  <c:v>44991</c:v>
                </c:pt>
                <c:pt idx="248">
                  <c:v>44992</c:v>
                </c:pt>
                <c:pt idx="249">
                  <c:v>44993</c:v>
                </c:pt>
                <c:pt idx="250">
                  <c:v>44994</c:v>
                </c:pt>
                <c:pt idx="251">
                  <c:v>44995</c:v>
                </c:pt>
                <c:pt idx="252">
                  <c:v>44996</c:v>
                </c:pt>
                <c:pt idx="253">
                  <c:v>44997</c:v>
                </c:pt>
                <c:pt idx="254">
                  <c:v>44998</c:v>
                </c:pt>
                <c:pt idx="255">
                  <c:v>44999</c:v>
                </c:pt>
                <c:pt idx="256">
                  <c:v>45000</c:v>
                </c:pt>
                <c:pt idx="257">
                  <c:v>45001</c:v>
                </c:pt>
                <c:pt idx="258">
                  <c:v>45002</c:v>
                </c:pt>
                <c:pt idx="259">
                  <c:v>45003</c:v>
                </c:pt>
                <c:pt idx="260">
                  <c:v>45004</c:v>
                </c:pt>
                <c:pt idx="261">
                  <c:v>45005</c:v>
                </c:pt>
                <c:pt idx="262">
                  <c:v>45006</c:v>
                </c:pt>
                <c:pt idx="263">
                  <c:v>45007</c:v>
                </c:pt>
                <c:pt idx="264">
                  <c:v>45008</c:v>
                </c:pt>
                <c:pt idx="265">
                  <c:v>45009</c:v>
                </c:pt>
                <c:pt idx="266">
                  <c:v>45010</c:v>
                </c:pt>
                <c:pt idx="267">
                  <c:v>45011</c:v>
                </c:pt>
                <c:pt idx="268">
                  <c:v>45012</c:v>
                </c:pt>
                <c:pt idx="269">
                  <c:v>45013</c:v>
                </c:pt>
                <c:pt idx="270">
                  <c:v>45014</c:v>
                </c:pt>
                <c:pt idx="271">
                  <c:v>45015</c:v>
                </c:pt>
                <c:pt idx="272">
                  <c:v>45016</c:v>
                </c:pt>
                <c:pt idx="273">
                  <c:v>45017</c:v>
                </c:pt>
                <c:pt idx="274">
                  <c:v>45018</c:v>
                </c:pt>
                <c:pt idx="275">
                  <c:v>45019</c:v>
                </c:pt>
                <c:pt idx="276">
                  <c:v>45020</c:v>
                </c:pt>
                <c:pt idx="277">
                  <c:v>45021</c:v>
                </c:pt>
                <c:pt idx="278">
                  <c:v>45022</c:v>
                </c:pt>
                <c:pt idx="279">
                  <c:v>45023</c:v>
                </c:pt>
                <c:pt idx="280">
                  <c:v>45024</c:v>
                </c:pt>
                <c:pt idx="281">
                  <c:v>45025</c:v>
                </c:pt>
                <c:pt idx="282">
                  <c:v>45026</c:v>
                </c:pt>
                <c:pt idx="283">
                  <c:v>45027</c:v>
                </c:pt>
                <c:pt idx="284">
                  <c:v>45028</c:v>
                </c:pt>
                <c:pt idx="285">
                  <c:v>45029</c:v>
                </c:pt>
                <c:pt idx="286">
                  <c:v>45030</c:v>
                </c:pt>
                <c:pt idx="287">
                  <c:v>45031</c:v>
                </c:pt>
                <c:pt idx="288">
                  <c:v>45032</c:v>
                </c:pt>
                <c:pt idx="289">
                  <c:v>45033</c:v>
                </c:pt>
                <c:pt idx="290">
                  <c:v>45034</c:v>
                </c:pt>
                <c:pt idx="291">
                  <c:v>45035</c:v>
                </c:pt>
                <c:pt idx="292">
                  <c:v>45036</c:v>
                </c:pt>
                <c:pt idx="293">
                  <c:v>45037</c:v>
                </c:pt>
                <c:pt idx="294">
                  <c:v>45038</c:v>
                </c:pt>
                <c:pt idx="295">
                  <c:v>45039</c:v>
                </c:pt>
                <c:pt idx="296">
                  <c:v>45040</c:v>
                </c:pt>
                <c:pt idx="297">
                  <c:v>45041</c:v>
                </c:pt>
                <c:pt idx="298">
                  <c:v>45042</c:v>
                </c:pt>
                <c:pt idx="299">
                  <c:v>45043</c:v>
                </c:pt>
                <c:pt idx="300">
                  <c:v>45044</c:v>
                </c:pt>
                <c:pt idx="301">
                  <c:v>45045</c:v>
                </c:pt>
                <c:pt idx="302">
                  <c:v>45046</c:v>
                </c:pt>
              </c:numCache>
            </c:numRef>
          </c:cat>
          <c:val>
            <c:numRef>
              <c:f>'[16 06_38_196992bb5b6d6d74.31428674Задание1.Маркетинговаяакция.xlsx]DAU'!$F$2:$F$304</c:f>
              <c:numCache>
                <c:formatCode>General</c:formatCode>
                <c:ptCount val="303"/>
                <c:pt idx="0">
                  <c:v>193</c:v>
                </c:pt>
                <c:pt idx="1">
                  <c:v>193</c:v>
                </c:pt>
                <c:pt idx="2">
                  <c:v>193</c:v>
                </c:pt>
                <c:pt idx="3">
                  <c:v>193</c:v>
                </c:pt>
                <c:pt idx="4">
                  <c:v>193</c:v>
                </c:pt>
                <c:pt idx="5">
                  <c:v>193</c:v>
                </c:pt>
                <c:pt idx="6">
                  <c:v>193</c:v>
                </c:pt>
                <c:pt idx="7">
                  <c:v>193</c:v>
                </c:pt>
                <c:pt idx="8">
                  <c:v>193</c:v>
                </c:pt>
                <c:pt idx="9">
                  <c:v>193</c:v>
                </c:pt>
                <c:pt idx="10">
                  <c:v>193</c:v>
                </c:pt>
                <c:pt idx="11">
                  <c:v>193</c:v>
                </c:pt>
                <c:pt idx="12">
                  <c:v>193</c:v>
                </c:pt>
                <c:pt idx="13">
                  <c:v>193</c:v>
                </c:pt>
                <c:pt idx="14">
                  <c:v>193</c:v>
                </c:pt>
                <c:pt idx="15">
                  <c:v>193</c:v>
                </c:pt>
                <c:pt idx="16">
                  <c:v>193</c:v>
                </c:pt>
                <c:pt idx="17">
                  <c:v>193</c:v>
                </c:pt>
                <c:pt idx="18">
                  <c:v>193</c:v>
                </c:pt>
                <c:pt idx="19">
                  <c:v>193</c:v>
                </c:pt>
                <c:pt idx="20">
                  <c:v>193</c:v>
                </c:pt>
                <c:pt idx="21">
                  <c:v>193</c:v>
                </c:pt>
                <c:pt idx="22">
                  <c:v>193</c:v>
                </c:pt>
                <c:pt idx="23">
                  <c:v>193</c:v>
                </c:pt>
                <c:pt idx="24">
                  <c:v>193</c:v>
                </c:pt>
                <c:pt idx="25">
                  <c:v>193</c:v>
                </c:pt>
                <c:pt idx="26">
                  <c:v>193</c:v>
                </c:pt>
                <c:pt idx="27">
                  <c:v>193</c:v>
                </c:pt>
                <c:pt idx="28">
                  <c:v>193</c:v>
                </c:pt>
                <c:pt idx="29">
                  <c:v>193</c:v>
                </c:pt>
                <c:pt idx="30">
                  <c:v>366</c:v>
                </c:pt>
                <c:pt idx="31">
                  <c:v>366</c:v>
                </c:pt>
                <c:pt idx="32">
                  <c:v>366</c:v>
                </c:pt>
                <c:pt idx="33">
                  <c:v>366</c:v>
                </c:pt>
                <c:pt idx="34">
                  <c:v>366</c:v>
                </c:pt>
                <c:pt idx="35">
                  <c:v>366</c:v>
                </c:pt>
                <c:pt idx="36">
                  <c:v>366</c:v>
                </c:pt>
                <c:pt idx="37">
                  <c:v>366</c:v>
                </c:pt>
                <c:pt idx="38">
                  <c:v>366</c:v>
                </c:pt>
                <c:pt idx="39">
                  <c:v>366</c:v>
                </c:pt>
                <c:pt idx="40">
                  <c:v>366</c:v>
                </c:pt>
                <c:pt idx="41">
                  <c:v>366</c:v>
                </c:pt>
                <c:pt idx="42">
                  <c:v>366</c:v>
                </c:pt>
                <c:pt idx="43">
                  <c:v>366</c:v>
                </c:pt>
                <c:pt idx="44">
                  <c:v>366</c:v>
                </c:pt>
                <c:pt idx="45">
                  <c:v>366</c:v>
                </c:pt>
                <c:pt idx="46">
                  <c:v>366</c:v>
                </c:pt>
                <c:pt idx="47">
                  <c:v>366</c:v>
                </c:pt>
                <c:pt idx="48">
                  <c:v>366</c:v>
                </c:pt>
                <c:pt idx="49">
                  <c:v>366</c:v>
                </c:pt>
                <c:pt idx="50">
                  <c:v>366</c:v>
                </c:pt>
                <c:pt idx="51">
                  <c:v>366</c:v>
                </c:pt>
                <c:pt idx="52">
                  <c:v>366</c:v>
                </c:pt>
                <c:pt idx="53">
                  <c:v>366</c:v>
                </c:pt>
                <c:pt idx="54">
                  <c:v>366</c:v>
                </c:pt>
                <c:pt idx="55">
                  <c:v>366</c:v>
                </c:pt>
                <c:pt idx="56">
                  <c:v>366</c:v>
                </c:pt>
                <c:pt idx="57">
                  <c:v>366</c:v>
                </c:pt>
                <c:pt idx="58">
                  <c:v>366</c:v>
                </c:pt>
                <c:pt idx="59">
                  <c:v>366</c:v>
                </c:pt>
                <c:pt idx="60">
                  <c:v>366</c:v>
                </c:pt>
                <c:pt idx="61">
                  <c:v>378</c:v>
                </c:pt>
                <c:pt idx="62">
                  <c:v>378</c:v>
                </c:pt>
                <c:pt idx="63">
                  <c:v>378</c:v>
                </c:pt>
                <c:pt idx="64">
                  <c:v>378</c:v>
                </c:pt>
                <c:pt idx="65">
                  <c:v>378</c:v>
                </c:pt>
                <c:pt idx="66">
                  <c:v>378</c:v>
                </c:pt>
                <c:pt idx="67">
                  <c:v>378</c:v>
                </c:pt>
                <c:pt idx="68">
                  <c:v>378</c:v>
                </c:pt>
                <c:pt idx="69">
                  <c:v>378</c:v>
                </c:pt>
                <c:pt idx="70">
                  <c:v>378</c:v>
                </c:pt>
                <c:pt idx="71">
                  <c:v>378</c:v>
                </c:pt>
                <c:pt idx="72">
                  <c:v>378</c:v>
                </c:pt>
                <c:pt idx="73">
                  <c:v>378</c:v>
                </c:pt>
                <c:pt idx="74">
                  <c:v>378</c:v>
                </c:pt>
                <c:pt idx="75">
                  <c:v>378</c:v>
                </c:pt>
                <c:pt idx="76">
                  <c:v>378</c:v>
                </c:pt>
                <c:pt idx="77">
                  <c:v>378</c:v>
                </c:pt>
                <c:pt idx="78">
                  <c:v>378</c:v>
                </c:pt>
                <c:pt idx="79">
                  <c:v>378</c:v>
                </c:pt>
                <c:pt idx="80">
                  <c:v>378</c:v>
                </c:pt>
                <c:pt idx="81">
                  <c:v>378</c:v>
                </c:pt>
                <c:pt idx="82">
                  <c:v>378</c:v>
                </c:pt>
                <c:pt idx="83">
                  <c:v>378</c:v>
                </c:pt>
                <c:pt idx="84">
                  <c:v>378</c:v>
                </c:pt>
                <c:pt idx="85">
                  <c:v>378</c:v>
                </c:pt>
                <c:pt idx="86">
                  <c:v>378</c:v>
                </c:pt>
                <c:pt idx="87">
                  <c:v>378</c:v>
                </c:pt>
                <c:pt idx="88">
                  <c:v>378</c:v>
                </c:pt>
                <c:pt idx="89">
                  <c:v>378</c:v>
                </c:pt>
                <c:pt idx="90">
                  <c:v>378</c:v>
                </c:pt>
                <c:pt idx="91">
                  <c:v>393</c:v>
                </c:pt>
                <c:pt idx="92">
                  <c:v>393</c:v>
                </c:pt>
                <c:pt idx="93">
                  <c:v>393</c:v>
                </c:pt>
                <c:pt idx="94">
                  <c:v>393</c:v>
                </c:pt>
                <c:pt idx="95">
                  <c:v>393</c:v>
                </c:pt>
                <c:pt idx="96">
                  <c:v>393</c:v>
                </c:pt>
                <c:pt idx="97">
                  <c:v>393</c:v>
                </c:pt>
                <c:pt idx="98">
                  <c:v>393</c:v>
                </c:pt>
                <c:pt idx="99">
                  <c:v>393</c:v>
                </c:pt>
                <c:pt idx="100">
                  <c:v>393</c:v>
                </c:pt>
                <c:pt idx="101">
                  <c:v>393</c:v>
                </c:pt>
                <c:pt idx="102">
                  <c:v>393</c:v>
                </c:pt>
                <c:pt idx="103">
                  <c:v>393</c:v>
                </c:pt>
                <c:pt idx="104">
                  <c:v>393</c:v>
                </c:pt>
                <c:pt idx="105">
                  <c:v>393</c:v>
                </c:pt>
                <c:pt idx="106">
                  <c:v>393</c:v>
                </c:pt>
                <c:pt idx="107">
                  <c:v>393</c:v>
                </c:pt>
                <c:pt idx="108">
                  <c:v>393</c:v>
                </c:pt>
                <c:pt idx="109">
                  <c:v>393</c:v>
                </c:pt>
                <c:pt idx="110">
                  <c:v>393</c:v>
                </c:pt>
                <c:pt idx="111">
                  <c:v>393</c:v>
                </c:pt>
                <c:pt idx="112">
                  <c:v>393</c:v>
                </c:pt>
                <c:pt idx="113">
                  <c:v>393</c:v>
                </c:pt>
                <c:pt idx="114">
                  <c:v>393</c:v>
                </c:pt>
                <c:pt idx="115">
                  <c:v>393</c:v>
                </c:pt>
                <c:pt idx="116">
                  <c:v>393</c:v>
                </c:pt>
                <c:pt idx="117">
                  <c:v>393</c:v>
                </c:pt>
                <c:pt idx="118">
                  <c:v>393</c:v>
                </c:pt>
                <c:pt idx="119">
                  <c:v>393</c:v>
                </c:pt>
                <c:pt idx="120">
                  <c:v>393</c:v>
                </c:pt>
                <c:pt idx="121">
                  <c:v>393</c:v>
                </c:pt>
                <c:pt idx="122">
                  <c:v>426</c:v>
                </c:pt>
                <c:pt idx="123">
                  <c:v>426</c:v>
                </c:pt>
                <c:pt idx="124">
                  <c:v>426</c:v>
                </c:pt>
                <c:pt idx="125">
                  <c:v>426</c:v>
                </c:pt>
                <c:pt idx="126">
                  <c:v>426</c:v>
                </c:pt>
                <c:pt idx="127">
                  <c:v>426</c:v>
                </c:pt>
                <c:pt idx="128">
                  <c:v>426</c:v>
                </c:pt>
                <c:pt idx="129">
                  <c:v>426</c:v>
                </c:pt>
                <c:pt idx="130">
                  <c:v>426</c:v>
                </c:pt>
                <c:pt idx="131">
                  <c:v>426</c:v>
                </c:pt>
                <c:pt idx="132">
                  <c:v>426</c:v>
                </c:pt>
                <c:pt idx="133">
                  <c:v>426</c:v>
                </c:pt>
                <c:pt idx="134">
                  <c:v>426</c:v>
                </c:pt>
                <c:pt idx="135">
                  <c:v>426</c:v>
                </c:pt>
                <c:pt idx="136">
                  <c:v>426</c:v>
                </c:pt>
                <c:pt idx="137">
                  <c:v>426</c:v>
                </c:pt>
                <c:pt idx="138">
                  <c:v>426</c:v>
                </c:pt>
                <c:pt idx="139">
                  <c:v>426</c:v>
                </c:pt>
                <c:pt idx="140">
                  <c:v>426</c:v>
                </c:pt>
                <c:pt idx="141">
                  <c:v>426</c:v>
                </c:pt>
                <c:pt idx="142">
                  <c:v>426</c:v>
                </c:pt>
                <c:pt idx="143">
                  <c:v>426</c:v>
                </c:pt>
                <c:pt idx="144">
                  <c:v>426</c:v>
                </c:pt>
                <c:pt idx="145">
                  <c:v>426</c:v>
                </c:pt>
                <c:pt idx="146">
                  <c:v>426</c:v>
                </c:pt>
                <c:pt idx="147">
                  <c:v>426</c:v>
                </c:pt>
                <c:pt idx="148">
                  <c:v>426</c:v>
                </c:pt>
                <c:pt idx="149">
                  <c:v>426</c:v>
                </c:pt>
                <c:pt idx="150">
                  <c:v>426</c:v>
                </c:pt>
                <c:pt idx="151">
                  <c:v>426</c:v>
                </c:pt>
                <c:pt idx="152">
                  <c:v>390</c:v>
                </c:pt>
                <c:pt idx="153">
                  <c:v>390</c:v>
                </c:pt>
                <c:pt idx="154">
                  <c:v>390</c:v>
                </c:pt>
                <c:pt idx="155">
                  <c:v>390</c:v>
                </c:pt>
                <c:pt idx="156">
                  <c:v>390</c:v>
                </c:pt>
                <c:pt idx="157">
                  <c:v>390</c:v>
                </c:pt>
                <c:pt idx="158">
                  <c:v>390</c:v>
                </c:pt>
                <c:pt idx="159">
                  <c:v>390</c:v>
                </c:pt>
                <c:pt idx="160">
                  <c:v>390</c:v>
                </c:pt>
                <c:pt idx="161">
                  <c:v>390</c:v>
                </c:pt>
                <c:pt idx="162">
                  <c:v>390</c:v>
                </c:pt>
                <c:pt idx="163">
                  <c:v>390</c:v>
                </c:pt>
                <c:pt idx="164">
                  <c:v>390</c:v>
                </c:pt>
                <c:pt idx="165">
                  <c:v>390</c:v>
                </c:pt>
                <c:pt idx="166">
                  <c:v>390</c:v>
                </c:pt>
                <c:pt idx="167">
                  <c:v>390</c:v>
                </c:pt>
                <c:pt idx="168">
                  <c:v>390</c:v>
                </c:pt>
                <c:pt idx="169">
                  <c:v>390</c:v>
                </c:pt>
                <c:pt idx="170">
                  <c:v>390</c:v>
                </c:pt>
                <c:pt idx="171">
                  <c:v>390</c:v>
                </c:pt>
                <c:pt idx="172">
                  <c:v>390</c:v>
                </c:pt>
                <c:pt idx="173">
                  <c:v>390</c:v>
                </c:pt>
                <c:pt idx="174">
                  <c:v>390</c:v>
                </c:pt>
                <c:pt idx="175">
                  <c:v>390</c:v>
                </c:pt>
                <c:pt idx="176">
                  <c:v>390</c:v>
                </c:pt>
                <c:pt idx="177">
                  <c:v>390</c:v>
                </c:pt>
                <c:pt idx="178">
                  <c:v>390</c:v>
                </c:pt>
                <c:pt idx="179">
                  <c:v>390</c:v>
                </c:pt>
                <c:pt idx="180">
                  <c:v>390</c:v>
                </c:pt>
                <c:pt idx="181">
                  <c:v>390</c:v>
                </c:pt>
                <c:pt idx="182">
                  <c:v>390</c:v>
                </c:pt>
                <c:pt idx="183">
                  <c:v>536</c:v>
                </c:pt>
                <c:pt idx="184">
                  <c:v>536</c:v>
                </c:pt>
                <c:pt idx="185">
                  <c:v>536</c:v>
                </c:pt>
                <c:pt idx="186">
                  <c:v>536</c:v>
                </c:pt>
                <c:pt idx="187">
                  <c:v>536</c:v>
                </c:pt>
                <c:pt idx="188">
                  <c:v>536</c:v>
                </c:pt>
                <c:pt idx="189">
                  <c:v>536</c:v>
                </c:pt>
                <c:pt idx="190">
                  <c:v>536</c:v>
                </c:pt>
                <c:pt idx="191">
                  <c:v>536</c:v>
                </c:pt>
                <c:pt idx="192">
                  <c:v>536</c:v>
                </c:pt>
                <c:pt idx="193">
                  <c:v>536</c:v>
                </c:pt>
                <c:pt idx="194">
                  <c:v>536</c:v>
                </c:pt>
                <c:pt idx="195">
                  <c:v>536</c:v>
                </c:pt>
                <c:pt idx="196">
                  <c:v>536</c:v>
                </c:pt>
                <c:pt idx="197">
                  <c:v>536</c:v>
                </c:pt>
                <c:pt idx="198">
                  <c:v>536</c:v>
                </c:pt>
                <c:pt idx="199">
                  <c:v>536</c:v>
                </c:pt>
                <c:pt idx="200">
                  <c:v>536</c:v>
                </c:pt>
                <c:pt idx="201">
                  <c:v>536</c:v>
                </c:pt>
                <c:pt idx="202">
                  <c:v>536</c:v>
                </c:pt>
                <c:pt idx="203">
                  <c:v>536</c:v>
                </c:pt>
                <c:pt idx="204">
                  <c:v>536</c:v>
                </c:pt>
                <c:pt idx="205">
                  <c:v>536</c:v>
                </c:pt>
                <c:pt idx="206">
                  <c:v>536</c:v>
                </c:pt>
                <c:pt idx="207">
                  <c:v>536</c:v>
                </c:pt>
                <c:pt idx="208">
                  <c:v>536</c:v>
                </c:pt>
                <c:pt idx="209">
                  <c:v>536</c:v>
                </c:pt>
                <c:pt idx="210">
                  <c:v>536</c:v>
                </c:pt>
                <c:pt idx="211">
                  <c:v>536</c:v>
                </c:pt>
                <c:pt idx="212">
                  <c:v>536</c:v>
                </c:pt>
                <c:pt idx="213">
                  <c:v>536</c:v>
                </c:pt>
                <c:pt idx="214">
                  <c:v>696</c:v>
                </c:pt>
                <c:pt idx="215">
                  <c:v>696</c:v>
                </c:pt>
                <c:pt idx="216">
                  <c:v>696</c:v>
                </c:pt>
                <c:pt idx="217">
                  <c:v>696</c:v>
                </c:pt>
                <c:pt idx="218">
                  <c:v>696</c:v>
                </c:pt>
                <c:pt idx="219">
                  <c:v>696</c:v>
                </c:pt>
                <c:pt idx="220">
                  <c:v>696</c:v>
                </c:pt>
                <c:pt idx="221">
                  <c:v>696</c:v>
                </c:pt>
                <c:pt idx="222">
                  <c:v>696</c:v>
                </c:pt>
                <c:pt idx="223">
                  <c:v>696</c:v>
                </c:pt>
                <c:pt idx="224">
                  <c:v>696</c:v>
                </c:pt>
                <c:pt idx="225">
                  <c:v>696</c:v>
                </c:pt>
                <c:pt idx="226">
                  <c:v>696</c:v>
                </c:pt>
                <c:pt idx="227">
                  <c:v>696</c:v>
                </c:pt>
                <c:pt idx="228">
                  <c:v>696</c:v>
                </c:pt>
                <c:pt idx="229">
                  <c:v>696</c:v>
                </c:pt>
                <c:pt idx="230">
                  <c:v>696</c:v>
                </c:pt>
                <c:pt idx="231">
                  <c:v>696</c:v>
                </c:pt>
                <c:pt idx="232">
                  <c:v>696</c:v>
                </c:pt>
                <c:pt idx="233">
                  <c:v>696</c:v>
                </c:pt>
                <c:pt idx="234">
                  <c:v>696</c:v>
                </c:pt>
                <c:pt idx="235">
                  <c:v>696</c:v>
                </c:pt>
                <c:pt idx="236">
                  <c:v>696</c:v>
                </c:pt>
                <c:pt idx="237">
                  <c:v>696</c:v>
                </c:pt>
                <c:pt idx="238">
                  <c:v>696</c:v>
                </c:pt>
                <c:pt idx="239">
                  <c:v>696</c:v>
                </c:pt>
                <c:pt idx="240">
                  <c:v>696</c:v>
                </c:pt>
                <c:pt idx="241">
                  <c:v>696</c:v>
                </c:pt>
                <c:pt idx="242">
                  <c:v>1544</c:v>
                </c:pt>
                <c:pt idx="243">
                  <c:v>1544</c:v>
                </c:pt>
                <c:pt idx="244">
                  <c:v>1544</c:v>
                </c:pt>
                <c:pt idx="245">
                  <c:v>1544</c:v>
                </c:pt>
                <c:pt idx="246">
                  <c:v>1544</c:v>
                </c:pt>
                <c:pt idx="247">
                  <c:v>1544</c:v>
                </c:pt>
                <c:pt idx="248">
                  <c:v>1544</c:v>
                </c:pt>
                <c:pt idx="249">
                  <c:v>1544</c:v>
                </c:pt>
                <c:pt idx="250">
                  <c:v>1544</c:v>
                </c:pt>
                <c:pt idx="251">
                  <c:v>1544</c:v>
                </c:pt>
                <c:pt idx="252">
                  <c:v>1544</c:v>
                </c:pt>
                <c:pt idx="253">
                  <c:v>1544</c:v>
                </c:pt>
                <c:pt idx="254">
                  <c:v>1544</c:v>
                </c:pt>
                <c:pt idx="255">
                  <c:v>1544</c:v>
                </c:pt>
                <c:pt idx="256">
                  <c:v>1544</c:v>
                </c:pt>
                <c:pt idx="257">
                  <c:v>1544</c:v>
                </c:pt>
                <c:pt idx="258">
                  <c:v>1544</c:v>
                </c:pt>
                <c:pt idx="259">
                  <c:v>1544</c:v>
                </c:pt>
                <c:pt idx="260">
                  <c:v>1544</c:v>
                </c:pt>
                <c:pt idx="261">
                  <c:v>1544</c:v>
                </c:pt>
                <c:pt idx="262">
                  <c:v>1544</c:v>
                </c:pt>
                <c:pt idx="263">
                  <c:v>1544</c:v>
                </c:pt>
                <c:pt idx="264">
                  <c:v>1544</c:v>
                </c:pt>
                <c:pt idx="265">
                  <c:v>1544</c:v>
                </c:pt>
                <c:pt idx="266">
                  <c:v>1544</c:v>
                </c:pt>
                <c:pt idx="267">
                  <c:v>1544</c:v>
                </c:pt>
                <c:pt idx="268">
                  <c:v>1544</c:v>
                </c:pt>
                <c:pt idx="269">
                  <c:v>1544</c:v>
                </c:pt>
                <c:pt idx="270">
                  <c:v>1544</c:v>
                </c:pt>
                <c:pt idx="271">
                  <c:v>1544</c:v>
                </c:pt>
                <c:pt idx="272">
                  <c:v>1544</c:v>
                </c:pt>
                <c:pt idx="273">
                  <c:v>1027</c:v>
                </c:pt>
                <c:pt idx="274">
                  <c:v>1027</c:v>
                </c:pt>
                <c:pt idx="275">
                  <c:v>1027</c:v>
                </c:pt>
                <c:pt idx="276">
                  <c:v>1027</c:v>
                </c:pt>
                <c:pt idx="277">
                  <c:v>1027</c:v>
                </c:pt>
                <c:pt idx="278">
                  <c:v>1027</c:v>
                </c:pt>
                <c:pt idx="279">
                  <c:v>1027</c:v>
                </c:pt>
                <c:pt idx="280">
                  <c:v>1027</c:v>
                </c:pt>
                <c:pt idx="281">
                  <c:v>1027</c:v>
                </c:pt>
                <c:pt idx="282">
                  <c:v>1027</c:v>
                </c:pt>
                <c:pt idx="283">
                  <c:v>1027</c:v>
                </c:pt>
                <c:pt idx="284">
                  <c:v>1027</c:v>
                </c:pt>
                <c:pt idx="285">
                  <c:v>1027</c:v>
                </c:pt>
                <c:pt idx="286">
                  <c:v>1027</c:v>
                </c:pt>
                <c:pt idx="287">
                  <c:v>1027</c:v>
                </c:pt>
                <c:pt idx="288">
                  <c:v>1027</c:v>
                </c:pt>
                <c:pt idx="289">
                  <c:v>1027</c:v>
                </c:pt>
                <c:pt idx="290">
                  <c:v>1027</c:v>
                </c:pt>
                <c:pt idx="291">
                  <c:v>1027</c:v>
                </c:pt>
                <c:pt idx="292">
                  <c:v>1027</c:v>
                </c:pt>
                <c:pt idx="293">
                  <c:v>1027</c:v>
                </c:pt>
                <c:pt idx="294">
                  <c:v>1027</c:v>
                </c:pt>
                <c:pt idx="295">
                  <c:v>1027</c:v>
                </c:pt>
                <c:pt idx="296">
                  <c:v>1027</c:v>
                </c:pt>
                <c:pt idx="297">
                  <c:v>1027</c:v>
                </c:pt>
                <c:pt idx="298">
                  <c:v>1027</c:v>
                </c:pt>
                <c:pt idx="299">
                  <c:v>1027</c:v>
                </c:pt>
                <c:pt idx="300">
                  <c:v>1027</c:v>
                </c:pt>
                <c:pt idx="301">
                  <c:v>1027</c:v>
                </c:pt>
                <c:pt idx="302">
                  <c:v>1027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2F1-4116-A112-651822FE2E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39684959"/>
        <c:axId val="1839686207"/>
      </c:lineChart>
      <c:dateAx>
        <c:axId val="1839684959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39686207"/>
        <c:crosses val="autoZero"/>
        <c:auto val="1"/>
        <c:lblOffset val="100"/>
        <c:baseTimeUnit val="days"/>
      </c:dateAx>
      <c:valAx>
        <c:axId val="18396862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396849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Фактор липучести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'[16 06_38_196992bb5b6d6d74.31428674Задание1.Маркетинговаяакция.xlsx]DAU'!$G$1</c:f>
              <c:strCache>
                <c:ptCount val="1"/>
                <c:pt idx="0">
                  <c:v>sf(week)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'[16 06_38_196992bb5b6d6d74.31428674Задание1.Маркетинговаяакция.xlsx]DAU'!$C$4:$C$306</c:f>
              <c:numCache>
                <c:formatCode>m/d/yyyy</c:formatCode>
                <c:ptCount val="303"/>
                <c:pt idx="0">
                  <c:v>44746</c:v>
                </c:pt>
                <c:pt idx="1">
                  <c:v>44747</c:v>
                </c:pt>
                <c:pt idx="2">
                  <c:v>44748</c:v>
                </c:pt>
                <c:pt idx="3">
                  <c:v>44749</c:v>
                </c:pt>
                <c:pt idx="4">
                  <c:v>44750</c:v>
                </c:pt>
                <c:pt idx="5">
                  <c:v>44751</c:v>
                </c:pt>
                <c:pt idx="6">
                  <c:v>44752</c:v>
                </c:pt>
                <c:pt idx="7">
                  <c:v>44753</c:v>
                </c:pt>
                <c:pt idx="8">
                  <c:v>44754</c:v>
                </c:pt>
                <c:pt idx="9">
                  <c:v>44755</c:v>
                </c:pt>
                <c:pt idx="10">
                  <c:v>44756</c:v>
                </c:pt>
                <c:pt idx="11">
                  <c:v>44757</c:v>
                </c:pt>
                <c:pt idx="12">
                  <c:v>44758</c:v>
                </c:pt>
                <c:pt idx="13">
                  <c:v>44759</c:v>
                </c:pt>
                <c:pt idx="14">
                  <c:v>44760</c:v>
                </c:pt>
                <c:pt idx="15">
                  <c:v>44761</c:v>
                </c:pt>
                <c:pt idx="16">
                  <c:v>44762</c:v>
                </c:pt>
                <c:pt idx="17">
                  <c:v>44763</c:v>
                </c:pt>
                <c:pt idx="18">
                  <c:v>44764</c:v>
                </c:pt>
                <c:pt idx="19">
                  <c:v>44765</c:v>
                </c:pt>
                <c:pt idx="20">
                  <c:v>44766</c:v>
                </c:pt>
                <c:pt idx="21">
                  <c:v>44767</c:v>
                </c:pt>
                <c:pt idx="22">
                  <c:v>44768</c:v>
                </c:pt>
                <c:pt idx="23">
                  <c:v>44769</c:v>
                </c:pt>
                <c:pt idx="24">
                  <c:v>44770</c:v>
                </c:pt>
                <c:pt idx="25">
                  <c:v>44771</c:v>
                </c:pt>
                <c:pt idx="26">
                  <c:v>44772</c:v>
                </c:pt>
                <c:pt idx="27">
                  <c:v>44773</c:v>
                </c:pt>
                <c:pt idx="28">
                  <c:v>44774</c:v>
                </c:pt>
                <c:pt idx="29">
                  <c:v>44775</c:v>
                </c:pt>
                <c:pt idx="30">
                  <c:v>44776</c:v>
                </c:pt>
                <c:pt idx="31">
                  <c:v>44777</c:v>
                </c:pt>
                <c:pt idx="32">
                  <c:v>44778</c:v>
                </c:pt>
                <c:pt idx="33">
                  <c:v>44779</c:v>
                </c:pt>
                <c:pt idx="34">
                  <c:v>44780</c:v>
                </c:pt>
                <c:pt idx="35">
                  <c:v>44781</c:v>
                </c:pt>
                <c:pt idx="36">
                  <c:v>44782</c:v>
                </c:pt>
                <c:pt idx="37">
                  <c:v>44783</c:v>
                </c:pt>
                <c:pt idx="38">
                  <c:v>44784</c:v>
                </c:pt>
                <c:pt idx="39">
                  <c:v>44785</c:v>
                </c:pt>
                <c:pt idx="40">
                  <c:v>44786</c:v>
                </c:pt>
                <c:pt idx="41">
                  <c:v>44787</c:v>
                </c:pt>
                <c:pt idx="42">
                  <c:v>44788</c:v>
                </c:pt>
                <c:pt idx="43">
                  <c:v>44789</c:v>
                </c:pt>
                <c:pt idx="44">
                  <c:v>44790</c:v>
                </c:pt>
                <c:pt idx="45">
                  <c:v>44791</c:v>
                </c:pt>
                <c:pt idx="46">
                  <c:v>44792</c:v>
                </c:pt>
                <c:pt idx="47">
                  <c:v>44793</c:v>
                </c:pt>
                <c:pt idx="48">
                  <c:v>44794</c:v>
                </c:pt>
                <c:pt idx="49">
                  <c:v>44795</c:v>
                </c:pt>
                <c:pt idx="50">
                  <c:v>44796</c:v>
                </c:pt>
                <c:pt idx="51">
                  <c:v>44797</c:v>
                </c:pt>
                <c:pt idx="52">
                  <c:v>44798</c:v>
                </c:pt>
                <c:pt idx="53">
                  <c:v>44799</c:v>
                </c:pt>
                <c:pt idx="54">
                  <c:v>44800</c:v>
                </c:pt>
                <c:pt idx="55">
                  <c:v>44801</c:v>
                </c:pt>
                <c:pt idx="56">
                  <c:v>44802</c:v>
                </c:pt>
                <c:pt idx="57">
                  <c:v>44803</c:v>
                </c:pt>
                <c:pt idx="58">
                  <c:v>44804</c:v>
                </c:pt>
                <c:pt idx="59">
                  <c:v>44805</c:v>
                </c:pt>
                <c:pt idx="60">
                  <c:v>44806</c:v>
                </c:pt>
                <c:pt idx="61">
                  <c:v>44807</c:v>
                </c:pt>
                <c:pt idx="62">
                  <c:v>44808</c:v>
                </c:pt>
                <c:pt idx="63">
                  <c:v>44809</c:v>
                </c:pt>
                <c:pt idx="64">
                  <c:v>44810</c:v>
                </c:pt>
                <c:pt idx="65">
                  <c:v>44811</c:v>
                </c:pt>
                <c:pt idx="66">
                  <c:v>44812</c:v>
                </c:pt>
                <c:pt idx="67">
                  <c:v>44813</c:v>
                </c:pt>
                <c:pt idx="68">
                  <c:v>44814</c:v>
                </c:pt>
                <c:pt idx="69">
                  <c:v>44815</c:v>
                </c:pt>
                <c:pt idx="70">
                  <c:v>44816</c:v>
                </c:pt>
                <c:pt idx="71">
                  <c:v>44817</c:v>
                </c:pt>
                <c:pt idx="72">
                  <c:v>44818</c:v>
                </c:pt>
                <c:pt idx="73">
                  <c:v>44819</c:v>
                </c:pt>
                <c:pt idx="74">
                  <c:v>44820</c:v>
                </c:pt>
                <c:pt idx="75">
                  <c:v>44821</c:v>
                </c:pt>
                <c:pt idx="76">
                  <c:v>44822</c:v>
                </c:pt>
                <c:pt idx="77">
                  <c:v>44823</c:v>
                </c:pt>
                <c:pt idx="78">
                  <c:v>44824</c:v>
                </c:pt>
                <c:pt idx="79">
                  <c:v>44825</c:v>
                </c:pt>
                <c:pt idx="80">
                  <c:v>44826</c:v>
                </c:pt>
                <c:pt idx="81">
                  <c:v>44827</c:v>
                </c:pt>
                <c:pt idx="82">
                  <c:v>44828</c:v>
                </c:pt>
                <c:pt idx="83">
                  <c:v>44829</c:v>
                </c:pt>
                <c:pt idx="84">
                  <c:v>44830</c:v>
                </c:pt>
                <c:pt idx="85">
                  <c:v>44831</c:v>
                </c:pt>
                <c:pt idx="86">
                  <c:v>44832</c:v>
                </c:pt>
                <c:pt idx="87">
                  <c:v>44833</c:v>
                </c:pt>
                <c:pt idx="88">
                  <c:v>44834</c:v>
                </c:pt>
                <c:pt idx="89">
                  <c:v>44835</c:v>
                </c:pt>
                <c:pt idx="90">
                  <c:v>44836</c:v>
                </c:pt>
                <c:pt idx="91">
                  <c:v>44837</c:v>
                </c:pt>
                <c:pt idx="92">
                  <c:v>44838</c:v>
                </c:pt>
                <c:pt idx="93">
                  <c:v>44839</c:v>
                </c:pt>
                <c:pt idx="94">
                  <c:v>44840</c:v>
                </c:pt>
                <c:pt idx="95">
                  <c:v>44841</c:v>
                </c:pt>
                <c:pt idx="96">
                  <c:v>44842</c:v>
                </c:pt>
                <c:pt idx="97">
                  <c:v>44843</c:v>
                </c:pt>
                <c:pt idx="98">
                  <c:v>44844</c:v>
                </c:pt>
                <c:pt idx="99">
                  <c:v>44845</c:v>
                </c:pt>
                <c:pt idx="100">
                  <c:v>44846</c:v>
                </c:pt>
                <c:pt idx="101">
                  <c:v>44847</c:v>
                </c:pt>
                <c:pt idx="102">
                  <c:v>44848</c:v>
                </c:pt>
                <c:pt idx="103">
                  <c:v>44849</c:v>
                </c:pt>
                <c:pt idx="104">
                  <c:v>44850</c:v>
                </c:pt>
                <c:pt idx="105">
                  <c:v>44851</c:v>
                </c:pt>
                <c:pt idx="106">
                  <c:v>44852</c:v>
                </c:pt>
                <c:pt idx="107">
                  <c:v>44853</c:v>
                </c:pt>
                <c:pt idx="108">
                  <c:v>44854</c:v>
                </c:pt>
                <c:pt idx="109">
                  <c:v>44855</c:v>
                </c:pt>
                <c:pt idx="110">
                  <c:v>44856</c:v>
                </c:pt>
                <c:pt idx="111">
                  <c:v>44857</c:v>
                </c:pt>
                <c:pt idx="112">
                  <c:v>44858</c:v>
                </c:pt>
                <c:pt idx="113">
                  <c:v>44859</c:v>
                </c:pt>
                <c:pt idx="114">
                  <c:v>44860</c:v>
                </c:pt>
                <c:pt idx="115">
                  <c:v>44861</c:v>
                </c:pt>
                <c:pt idx="116">
                  <c:v>44862</c:v>
                </c:pt>
                <c:pt idx="117">
                  <c:v>44863</c:v>
                </c:pt>
                <c:pt idx="118">
                  <c:v>44864</c:v>
                </c:pt>
                <c:pt idx="119">
                  <c:v>44865</c:v>
                </c:pt>
                <c:pt idx="120">
                  <c:v>44866</c:v>
                </c:pt>
                <c:pt idx="121">
                  <c:v>44867</c:v>
                </c:pt>
                <c:pt idx="122">
                  <c:v>44868</c:v>
                </c:pt>
                <c:pt idx="123">
                  <c:v>44869</c:v>
                </c:pt>
                <c:pt idx="124">
                  <c:v>44870</c:v>
                </c:pt>
                <c:pt idx="125">
                  <c:v>44871</c:v>
                </c:pt>
                <c:pt idx="126">
                  <c:v>44872</c:v>
                </c:pt>
                <c:pt idx="127">
                  <c:v>44873</c:v>
                </c:pt>
                <c:pt idx="128">
                  <c:v>44874</c:v>
                </c:pt>
                <c:pt idx="129">
                  <c:v>44875</c:v>
                </c:pt>
                <c:pt idx="130">
                  <c:v>44876</c:v>
                </c:pt>
                <c:pt idx="131">
                  <c:v>44877</c:v>
                </c:pt>
                <c:pt idx="132">
                  <c:v>44878</c:v>
                </c:pt>
                <c:pt idx="133">
                  <c:v>44879</c:v>
                </c:pt>
                <c:pt idx="134">
                  <c:v>44880</c:v>
                </c:pt>
                <c:pt idx="135">
                  <c:v>44881</c:v>
                </c:pt>
                <c:pt idx="136">
                  <c:v>44882</c:v>
                </c:pt>
                <c:pt idx="137">
                  <c:v>44883</c:v>
                </c:pt>
                <c:pt idx="138">
                  <c:v>44884</c:v>
                </c:pt>
                <c:pt idx="139">
                  <c:v>44885</c:v>
                </c:pt>
                <c:pt idx="140">
                  <c:v>44886</c:v>
                </c:pt>
                <c:pt idx="141">
                  <c:v>44887</c:v>
                </c:pt>
                <c:pt idx="142">
                  <c:v>44888</c:v>
                </c:pt>
                <c:pt idx="143">
                  <c:v>44889</c:v>
                </c:pt>
                <c:pt idx="144">
                  <c:v>44890</c:v>
                </c:pt>
                <c:pt idx="145">
                  <c:v>44891</c:v>
                </c:pt>
                <c:pt idx="146">
                  <c:v>44892</c:v>
                </c:pt>
                <c:pt idx="147">
                  <c:v>44893</c:v>
                </c:pt>
                <c:pt idx="148">
                  <c:v>44894</c:v>
                </c:pt>
                <c:pt idx="149">
                  <c:v>44895</c:v>
                </c:pt>
                <c:pt idx="150">
                  <c:v>44896</c:v>
                </c:pt>
                <c:pt idx="151">
                  <c:v>44897</c:v>
                </c:pt>
                <c:pt idx="152">
                  <c:v>44898</c:v>
                </c:pt>
                <c:pt idx="153">
                  <c:v>44899</c:v>
                </c:pt>
                <c:pt idx="154">
                  <c:v>44900</c:v>
                </c:pt>
                <c:pt idx="155">
                  <c:v>44901</c:v>
                </c:pt>
                <c:pt idx="156">
                  <c:v>44902</c:v>
                </c:pt>
                <c:pt idx="157">
                  <c:v>44903</c:v>
                </c:pt>
                <c:pt idx="158">
                  <c:v>44904</c:v>
                </c:pt>
                <c:pt idx="159">
                  <c:v>44905</c:v>
                </c:pt>
                <c:pt idx="160">
                  <c:v>44906</c:v>
                </c:pt>
                <c:pt idx="161">
                  <c:v>44907</c:v>
                </c:pt>
                <c:pt idx="162">
                  <c:v>44908</c:v>
                </c:pt>
                <c:pt idx="163">
                  <c:v>44909</c:v>
                </c:pt>
                <c:pt idx="164">
                  <c:v>44910</c:v>
                </c:pt>
                <c:pt idx="165">
                  <c:v>44911</c:v>
                </c:pt>
                <c:pt idx="166">
                  <c:v>44912</c:v>
                </c:pt>
                <c:pt idx="167">
                  <c:v>44913</c:v>
                </c:pt>
                <c:pt idx="168">
                  <c:v>44914</c:v>
                </c:pt>
                <c:pt idx="169">
                  <c:v>44915</c:v>
                </c:pt>
                <c:pt idx="170">
                  <c:v>44916</c:v>
                </c:pt>
                <c:pt idx="171">
                  <c:v>44917</c:v>
                </c:pt>
                <c:pt idx="172">
                  <c:v>44918</c:v>
                </c:pt>
                <c:pt idx="173">
                  <c:v>44919</c:v>
                </c:pt>
                <c:pt idx="174">
                  <c:v>44920</c:v>
                </c:pt>
                <c:pt idx="175">
                  <c:v>44921</c:v>
                </c:pt>
                <c:pt idx="176">
                  <c:v>44922</c:v>
                </c:pt>
                <c:pt idx="177">
                  <c:v>44923</c:v>
                </c:pt>
                <c:pt idx="178">
                  <c:v>44924</c:v>
                </c:pt>
                <c:pt idx="179">
                  <c:v>44925</c:v>
                </c:pt>
                <c:pt idx="180">
                  <c:v>44926</c:v>
                </c:pt>
                <c:pt idx="181">
                  <c:v>44927</c:v>
                </c:pt>
                <c:pt idx="182">
                  <c:v>44928</c:v>
                </c:pt>
                <c:pt idx="183">
                  <c:v>44929</c:v>
                </c:pt>
                <c:pt idx="184">
                  <c:v>44930</c:v>
                </c:pt>
                <c:pt idx="185">
                  <c:v>44931</c:v>
                </c:pt>
                <c:pt idx="186">
                  <c:v>44932</c:v>
                </c:pt>
                <c:pt idx="187">
                  <c:v>44933</c:v>
                </c:pt>
                <c:pt idx="188">
                  <c:v>44934</c:v>
                </c:pt>
                <c:pt idx="189">
                  <c:v>44935</c:v>
                </c:pt>
                <c:pt idx="190">
                  <c:v>44936</c:v>
                </c:pt>
                <c:pt idx="191">
                  <c:v>44937</c:v>
                </c:pt>
                <c:pt idx="192">
                  <c:v>44938</c:v>
                </c:pt>
                <c:pt idx="193">
                  <c:v>44939</c:v>
                </c:pt>
                <c:pt idx="194">
                  <c:v>44940</c:v>
                </c:pt>
                <c:pt idx="195">
                  <c:v>44941</c:v>
                </c:pt>
                <c:pt idx="196">
                  <c:v>44942</c:v>
                </c:pt>
                <c:pt idx="197">
                  <c:v>44943</c:v>
                </c:pt>
                <c:pt idx="198">
                  <c:v>44944</c:v>
                </c:pt>
                <c:pt idx="199">
                  <c:v>44945</c:v>
                </c:pt>
                <c:pt idx="200">
                  <c:v>44946</c:v>
                </c:pt>
                <c:pt idx="201">
                  <c:v>44947</c:v>
                </c:pt>
                <c:pt idx="202">
                  <c:v>44948</c:v>
                </c:pt>
                <c:pt idx="203">
                  <c:v>44949</c:v>
                </c:pt>
                <c:pt idx="204">
                  <c:v>44950</c:v>
                </c:pt>
                <c:pt idx="205">
                  <c:v>44951</c:v>
                </c:pt>
                <c:pt idx="206">
                  <c:v>44952</c:v>
                </c:pt>
                <c:pt idx="207">
                  <c:v>44953</c:v>
                </c:pt>
                <c:pt idx="208">
                  <c:v>44954</c:v>
                </c:pt>
                <c:pt idx="209">
                  <c:v>44955</c:v>
                </c:pt>
                <c:pt idx="210">
                  <c:v>44956</c:v>
                </c:pt>
                <c:pt idx="211">
                  <c:v>44957</c:v>
                </c:pt>
                <c:pt idx="212">
                  <c:v>44958</c:v>
                </c:pt>
                <c:pt idx="213">
                  <c:v>44959</c:v>
                </c:pt>
                <c:pt idx="214">
                  <c:v>44960</c:v>
                </c:pt>
                <c:pt idx="215">
                  <c:v>44961</c:v>
                </c:pt>
                <c:pt idx="216">
                  <c:v>44962</c:v>
                </c:pt>
                <c:pt idx="217">
                  <c:v>44963</c:v>
                </c:pt>
                <c:pt idx="218">
                  <c:v>44964</c:v>
                </c:pt>
                <c:pt idx="219">
                  <c:v>44965</c:v>
                </c:pt>
                <c:pt idx="220">
                  <c:v>44966</c:v>
                </c:pt>
                <c:pt idx="221">
                  <c:v>44967</c:v>
                </c:pt>
                <c:pt idx="222">
                  <c:v>44968</c:v>
                </c:pt>
                <c:pt idx="223">
                  <c:v>44969</c:v>
                </c:pt>
                <c:pt idx="224">
                  <c:v>44970</c:v>
                </c:pt>
                <c:pt idx="225">
                  <c:v>44971</c:v>
                </c:pt>
                <c:pt idx="226">
                  <c:v>44972</c:v>
                </c:pt>
                <c:pt idx="227">
                  <c:v>44973</c:v>
                </c:pt>
                <c:pt idx="228">
                  <c:v>44974</c:v>
                </c:pt>
                <c:pt idx="229">
                  <c:v>44975</c:v>
                </c:pt>
                <c:pt idx="230">
                  <c:v>44976</c:v>
                </c:pt>
                <c:pt idx="231">
                  <c:v>44977</c:v>
                </c:pt>
                <c:pt idx="232">
                  <c:v>44978</c:v>
                </c:pt>
                <c:pt idx="233">
                  <c:v>44979</c:v>
                </c:pt>
                <c:pt idx="234">
                  <c:v>44980</c:v>
                </c:pt>
                <c:pt idx="235">
                  <c:v>44981</c:v>
                </c:pt>
                <c:pt idx="236">
                  <c:v>44982</c:v>
                </c:pt>
                <c:pt idx="237">
                  <c:v>44983</c:v>
                </c:pt>
                <c:pt idx="238">
                  <c:v>44984</c:v>
                </c:pt>
                <c:pt idx="239">
                  <c:v>44985</c:v>
                </c:pt>
                <c:pt idx="240">
                  <c:v>44986</c:v>
                </c:pt>
                <c:pt idx="241">
                  <c:v>44987</c:v>
                </c:pt>
                <c:pt idx="242">
                  <c:v>44988</c:v>
                </c:pt>
                <c:pt idx="243">
                  <c:v>44989</c:v>
                </c:pt>
                <c:pt idx="244">
                  <c:v>44990</c:v>
                </c:pt>
                <c:pt idx="245">
                  <c:v>44991</c:v>
                </c:pt>
                <c:pt idx="246">
                  <c:v>44992</c:v>
                </c:pt>
                <c:pt idx="247">
                  <c:v>44993</c:v>
                </c:pt>
                <c:pt idx="248">
                  <c:v>44994</c:v>
                </c:pt>
                <c:pt idx="249">
                  <c:v>44995</c:v>
                </c:pt>
                <c:pt idx="250">
                  <c:v>44996</c:v>
                </c:pt>
                <c:pt idx="251">
                  <c:v>44997</c:v>
                </c:pt>
                <c:pt idx="252">
                  <c:v>44998</c:v>
                </c:pt>
                <c:pt idx="253">
                  <c:v>44999</c:v>
                </c:pt>
                <c:pt idx="254">
                  <c:v>45000</c:v>
                </c:pt>
                <c:pt idx="255">
                  <c:v>45001</c:v>
                </c:pt>
                <c:pt idx="256">
                  <c:v>45002</c:v>
                </c:pt>
                <c:pt idx="257">
                  <c:v>45003</c:v>
                </c:pt>
                <c:pt idx="258">
                  <c:v>45004</c:v>
                </c:pt>
                <c:pt idx="259">
                  <c:v>45005</c:v>
                </c:pt>
                <c:pt idx="260">
                  <c:v>45006</c:v>
                </c:pt>
                <c:pt idx="261">
                  <c:v>45007</c:v>
                </c:pt>
                <c:pt idx="262">
                  <c:v>45008</c:v>
                </c:pt>
                <c:pt idx="263">
                  <c:v>45009</c:v>
                </c:pt>
                <c:pt idx="264">
                  <c:v>45010</c:v>
                </c:pt>
                <c:pt idx="265">
                  <c:v>45011</c:v>
                </c:pt>
                <c:pt idx="266">
                  <c:v>45012</c:v>
                </c:pt>
                <c:pt idx="267">
                  <c:v>45013</c:v>
                </c:pt>
                <c:pt idx="268">
                  <c:v>45014</c:v>
                </c:pt>
                <c:pt idx="269">
                  <c:v>45015</c:v>
                </c:pt>
                <c:pt idx="270">
                  <c:v>45016</c:v>
                </c:pt>
                <c:pt idx="271">
                  <c:v>45017</c:v>
                </c:pt>
                <c:pt idx="272">
                  <c:v>45018</c:v>
                </c:pt>
                <c:pt idx="273">
                  <c:v>45019</c:v>
                </c:pt>
                <c:pt idx="274">
                  <c:v>45020</c:v>
                </c:pt>
                <c:pt idx="275">
                  <c:v>45021</c:v>
                </c:pt>
                <c:pt idx="276">
                  <c:v>45022</c:v>
                </c:pt>
                <c:pt idx="277">
                  <c:v>45023</c:v>
                </c:pt>
                <c:pt idx="278">
                  <c:v>45024</c:v>
                </c:pt>
                <c:pt idx="279">
                  <c:v>45025</c:v>
                </c:pt>
                <c:pt idx="280">
                  <c:v>45026</c:v>
                </c:pt>
                <c:pt idx="281">
                  <c:v>45027</c:v>
                </c:pt>
                <c:pt idx="282">
                  <c:v>45028</c:v>
                </c:pt>
                <c:pt idx="283">
                  <c:v>45029</c:v>
                </c:pt>
                <c:pt idx="284">
                  <c:v>45030</c:v>
                </c:pt>
                <c:pt idx="285">
                  <c:v>45031</c:v>
                </c:pt>
                <c:pt idx="286">
                  <c:v>45032</c:v>
                </c:pt>
                <c:pt idx="287">
                  <c:v>45033</c:v>
                </c:pt>
                <c:pt idx="288">
                  <c:v>45034</c:v>
                </c:pt>
                <c:pt idx="289">
                  <c:v>45035</c:v>
                </c:pt>
                <c:pt idx="290">
                  <c:v>45036</c:v>
                </c:pt>
                <c:pt idx="291">
                  <c:v>45037</c:v>
                </c:pt>
                <c:pt idx="292">
                  <c:v>45038</c:v>
                </c:pt>
                <c:pt idx="293">
                  <c:v>45039</c:v>
                </c:pt>
                <c:pt idx="294">
                  <c:v>45040</c:v>
                </c:pt>
                <c:pt idx="295">
                  <c:v>45041</c:v>
                </c:pt>
                <c:pt idx="296">
                  <c:v>45042</c:v>
                </c:pt>
                <c:pt idx="297">
                  <c:v>45043</c:v>
                </c:pt>
                <c:pt idx="298">
                  <c:v>45044</c:v>
                </c:pt>
                <c:pt idx="299">
                  <c:v>45045</c:v>
                </c:pt>
                <c:pt idx="300">
                  <c:v>45046</c:v>
                </c:pt>
              </c:numCache>
            </c:numRef>
          </c:cat>
          <c:val>
            <c:numRef>
              <c:f>'[16 06_38_196992bb5b6d6d74.31428674Задание1.Маркетинговаяакция.xlsx]DAU'!$G$4:$G$306</c:f>
              <c:numCache>
                <c:formatCode>General</c:formatCode>
                <c:ptCount val="303"/>
                <c:pt idx="0">
                  <c:v>8.4745762711864403E-2</c:v>
                </c:pt>
                <c:pt idx="1">
                  <c:v>0.16949152542372881</c:v>
                </c:pt>
                <c:pt idx="2">
                  <c:v>8.4745762711864403E-2</c:v>
                </c:pt>
                <c:pt idx="3">
                  <c:v>0.22033898305084745</c:v>
                </c:pt>
                <c:pt idx="4">
                  <c:v>0.3728813559322034</c:v>
                </c:pt>
                <c:pt idx="5">
                  <c:v>0.3728813559322034</c:v>
                </c:pt>
                <c:pt idx="6">
                  <c:v>0.44067796610169491</c:v>
                </c:pt>
                <c:pt idx="7">
                  <c:v>0.25</c:v>
                </c:pt>
                <c:pt idx="8">
                  <c:v>0.2608695652173913</c:v>
                </c:pt>
                <c:pt idx="9">
                  <c:v>0.32608695652173914</c:v>
                </c:pt>
                <c:pt idx="10">
                  <c:v>0.34782608695652173</c:v>
                </c:pt>
                <c:pt idx="11">
                  <c:v>0.27173913043478259</c:v>
                </c:pt>
                <c:pt idx="12">
                  <c:v>0.36956521739130432</c:v>
                </c:pt>
                <c:pt idx="13">
                  <c:v>0.42391304347826086</c:v>
                </c:pt>
                <c:pt idx="14">
                  <c:v>0.16541353383458646</c:v>
                </c:pt>
                <c:pt idx="15">
                  <c:v>0.2857142857142857</c:v>
                </c:pt>
                <c:pt idx="16">
                  <c:v>0.25563909774436089</c:v>
                </c:pt>
                <c:pt idx="17">
                  <c:v>0.37593984962406013</c:v>
                </c:pt>
                <c:pt idx="18">
                  <c:v>0.32330827067669171</c:v>
                </c:pt>
                <c:pt idx="19">
                  <c:v>0.32330827067669171</c:v>
                </c:pt>
                <c:pt idx="20">
                  <c:v>0.39849624060150374</c:v>
                </c:pt>
                <c:pt idx="21">
                  <c:v>0.34426229508196721</c:v>
                </c:pt>
                <c:pt idx="22">
                  <c:v>0.26229508196721313</c:v>
                </c:pt>
                <c:pt idx="23">
                  <c:v>0.32240437158469948</c:v>
                </c:pt>
                <c:pt idx="24">
                  <c:v>0.32240437158469948</c:v>
                </c:pt>
                <c:pt idx="25">
                  <c:v>0.33333333333333331</c:v>
                </c:pt>
                <c:pt idx="26">
                  <c:v>0.34972677595628415</c:v>
                </c:pt>
                <c:pt idx="27">
                  <c:v>0.34972677595628415</c:v>
                </c:pt>
                <c:pt idx="28">
                  <c:v>0.25742574257425743</c:v>
                </c:pt>
                <c:pt idx="29">
                  <c:v>0.30693069306930693</c:v>
                </c:pt>
                <c:pt idx="30">
                  <c:v>0.2722772277227723</c:v>
                </c:pt>
                <c:pt idx="31">
                  <c:v>0.29702970297029702</c:v>
                </c:pt>
                <c:pt idx="32">
                  <c:v>0.25742574257425743</c:v>
                </c:pt>
                <c:pt idx="33">
                  <c:v>0.30693069306930693</c:v>
                </c:pt>
                <c:pt idx="34">
                  <c:v>0.29207920792079206</c:v>
                </c:pt>
                <c:pt idx="35">
                  <c:v>0.30051813471502592</c:v>
                </c:pt>
                <c:pt idx="36">
                  <c:v>0.27461139896373055</c:v>
                </c:pt>
                <c:pt idx="37">
                  <c:v>0.28497409326424872</c:v>
                </c:pt>
                <c:pt idx="38">
                  <c:v>0.33678756476683935</c:v>
                </c:pt>
                <c:pt idx="39">
                  <c:v>0.27979274611398963</c:v>
                </c:pt>
                <c:pt idx="40">
                  <c:v>0.38341968911917096</c:v>
                </c:pt>
                <c:pt idx="41">
                  <c:v>0.30569948186528495</c:v>
                </c:pt>
                <c:pt idx="42">
                  <c:v>0.26865671641791045</c:v>
                </c:pt>
                <c:pt idx="43">
                  <c:v>0.3383084577114428</c:v>
                </c:pt>
                <c:pt idx="44">
                  <c:v>0.29353233830845771</c:v>
                </c:pt>
                <c:pt idx="45">
                  <c:v>0.30348258706467662</c:v>
                </c:pt>
                <c:pt idx="46">
                  <c:v>0.28855721393034828</c:v>
                </c:pt>
                <c:pt idx="47">
                  <c:v>0.33333333333333331</c:v>
                </c:pt>
                <c:pt idx="48">
                  <c:v>0.30845771144278605</c:v>
                </c:pt>
                <c:pt idx="49">
                  <c:v>0.25728155339805825</c:v>
                </c:pt>
                <c:pt idx="50">
                  <c:v>0.29126213592233008</c:v>
                </c:pt>
                <c:pt idx="51">
                  <c:v>0.32524271844660196</c:v>
                </c:pt>
                <c:pt idx="52">
                  <c:v>0.32524271844660196</c:v>
                </c:pt>
                <c:pt idx="53">
                  <c:v>0.29611650485436891</c:v>
                </c:pt>
                <c:pt idx="54">
                  <c:v>0.30582524271844658</c:v>
                </c:pt>
                <c:pt idx="55">
                  <c:v>0.29611650485436891</c:v>
                </c:pt>
                <c:pt idx="56">
                  <c:v>0.28125</c:v>
                </c:pt>
                <c:pt idx="57">
                  <c:v>0.375</c:v>
                </c:pt>
                <c:pt idx="58">
                  <c:v>0.28125</c:v>
                </c:pt>
                <c:pt idx="59">
                  <c:v>0.34375</c:v>
                </c:pt>
                <c:pt idx="60">
                  <c:v>0.31770833333333331</c:v>
                </c:pt>
                <c:pt idx="61">
                  <c:v>0.30208333333333331</c:v>
                </c:pt>
                <c:pt idx="62">
                  <c:v>0.33333333333333331</c:v>
                </c:pt>
                <c:pt idx="63">
                  <c:v>0.31632653061224492</c:v>
                </c:pt>
                <c:pt idx="64">
                  <c:v>0.23469387755102042</c:v>
                </c:pt>
                <c:pt idx="65">
                  <c:v>0.25</c:v>
                </c:pt>
                <c:pt idx="66">
                  <c:v>0.30102040816326531</c:v>
                </c:pt>
                <c:pt idx="67">
                  <c:v>0.30612244897959184</c:v>
                </c:pt>
                <c:pt idx="68">
                  <c:v>0.27040816326530615</c:v>
                </c:pt>
                <c:pt idx="69">
                  <c:v>0.31122448979591838</c:v>
                </c:pt>
                <c:pt idx="70">
                  <c:v>0.28292682926829266</c:v>
                </c:pt>
                <c:pt idx="71">
                  <c:v>0.31219512195121951</c:v>
                </c:pt>
                <c:pt idx="72">
                  <c:v>0.31707317073170732</c:v>
                </c:pt>
                <c:pt idx="73">
                  <c:v>0.36097560975609755</c:v>
                </c:pt>
                <c:pt idx="74">
                  <c:v>0.28292682926829266</c:v>
                </c:pt>
                <c:pt idx="75">
                  <c:v>0.30243902439024389</c:v>
                </c:pt>
                <c:pt idx="76">
                  <c:v>0.33658536585365856</c:v>
                </c:pt>
                <c:pt idx="77">
                  <c:v>0.30985915492957744</c:v>
                </c:pt>
                <c:pt idx="78">
                  <c:v>0.31455399061032863</c:v>
                </c:pt>
                <c:pt idx="79">
                  <c:v>0.33333333333333331</c:v>
                </c:pt>
                <c:pt idx="80">
                  <c:v>0.31455399061032863</c:v>
                </c:pt>
                <c:pt idx="81">
                  <c:v>0.25821596244131456</c:v>
                </c:pt>
                <c:pt idx="82">
                  <c:v>0.27230046948356806</c:v>
                </c:pt>
                <c:pt idx="83">
                  <c:v>0.34272300469483569</c:v>
                </c:pt>
                <c:pt idx="84">
                  <c:v>0.27884615384615385</c:v>
                </c:pt>
                <c:pt idx="85">
                  <c:v>0.36538461538461536</c:v>
                </c:pt>
                <c:pt idx="86">
                  <c:v>0.29807692307692307</c:v>
                </c:pt>
                <c:pt idx="87">
                  <c:v>0.31730769230769229</c:v>
                </c:pt>
                <c:pt idx="88">
                  <c:v>0.28365384615384615</c:v>
                </c:pt>
                <c:pt idx="89">
                  <c:v>0.29326923076923078</c:v>
                </c:pt>
                <c:pt idx="90">
                  <c:v>0.25</c:v>
                </c:pt>
                <c:pt idx="91">
                  <c:v>0.33333333333333331</c:v>
                </c:pt>
                <c:pt idx="92">
                  <c:v>0.33816425120772947</c:v>
                </c:pt>
                <c:pt idx="93">
                  <c:v>0.21739130434782608</c:v>
                </c:pt>
                <c:pt idx="94">
                  <c:v>0.3719806763285024</c:v>
                </c:pt>
                <c:pt idx="95">
                  <c:v>0.29468599033816423</c:v>
                </c:pt>
                <c:pt idx="96">
                  <c:v>0.27053140096618356</c:v>
                </c:pt>
                <c:pt idx="97">
                  <c:v>0.3188405797101449</c:v>
                </c:pt>
                <c:pt idx="98">
                  <c:v>0.25</c:v>
                </c:pt>
                <c:pt idx="99">
                  <c:v>0.28921568627450983</c:v>
                </c:pt>
                <c:pt idx="100">
                  <c:v>0.31862745098039214</c:v>
                </c:pt>
                <c:pt idx="101">
                  <c:v>0.25980392156862747</c:v>
                </c:pt>
                <c:pt idx="102">
                  <c:v>0.35294117647058826</c:v>
                </c:pt>
                <c:pt idx="103">
                  <c:v>0.30392156862745096</c:v>
                </c:pt>
                <c:pt idx="104">
                  <c:v>0.30392156862745096</c:v>
                </c:pt>
                <c:pt idx="105">
                  <c:v>0.34825870646766172</c:v>
                </c:pt>
                <c:pt idx="106">
                  <c:v>0.30845771144278605</c:v>
                </c:pt>
                <c:pt idx="107">
                  <c:v>0.4079601990049751</c:v>
                </c:pt>
                <c:pt idx="108">
                  <c:v>0.25870646766169153</c:v>
                </c:pt>
                <c:pt idx="109">
                  <c:v>0.32338308457711445</c:v>
                </c:pt>
                <c:pt idx="110">
                  <c:v>0.31840796019900497</c:v>
                </c:pt>
                <c:pt idx="111">
                  <c:v>0.28358208955223879</c:v>
                </c:pt>
                <c:pt idx="112">
                  <c:v>0.27230046948356806</c:v>
                </c:pt>
                <c:pt idx="113">
                  <c:v>0.30985915492957744</c:v>
                </c:pt>
                <c:pt idx="114">
                  <c:v>0.28169014084507044</c:v>
                </c:pt>
                <c:pt idx="115">
                  <c:v>0.25821596244131456</c:v>
                </c:pt>
                <c:pt idx="116">
                  <c:v>0.30516431924882631</c:v>
                </c:pt>
                <c:pt idx="117">
                  <c:v>0.25352112676056338</c:v>
                </c:pt>
                <c:pt idx="118">
                  <c:v>0.30985915492957744</c:v>
                </c:pt>
                <c:pt idx="119">
                  <c:v>0.3364485981308411</c:v>
                </c:pt>
                <c:pt idx="120">
                  <c:v>0.27102803738317754</c:v>
                </c:pt>
                <c:pt idx="121">
                  <c:v>0.2570093457943925</c:v>
                </c:pt>
                <c:pt idx="122">
                  <c:v>0.26168224299065418</c:v>
                </c:pt>
                <c:pt idx="123">
                  <c:v>0.29439252336448596</c:v>
                </c:pt>
                <c:pt idx="124">
                  <c:v>0.32242990654205606</c:v>
                </c:pt>
                <c:pt idx="125">
                  <c:v>0.28971962616822428</c:v>
                </c:pt>
                <c:pt idx="126">
                  <c:v>0.29556650246305421</c:v>
                </c:pt>
                <c:pt idx="127">
                  <c:v>0.29556650246305421</c:v>
                </c:pt>
                <c:pt idx="128">
                  <c:v>0.29556650246305421</c:v>
                </c:pt>
                <c:pt idx="129">
                  <c:v>0.27093596059113301</c:v>
                </c:pt>
                <c:pt idx="130">
                  <c:v>0.30541871921182268</c:v>
                </c:pt>
                <c:pt idx="131">
                  <c:v>0.26108374384236455</c:v>
                </c:pt>
                <c:pt idx="132">
                  <c:v>0.26600985221674878</c:v>
                </c:pt>
                <c:pt idx="133">
                  <c:v>0.22772277227722773</c:v>
                </c:pt>
                <c:pt idx="134">
                  <c:v>0.2722772277227723</c:v>
                </c:pt>
                <c:pt idx="135">
                  <c:v>0.25247524752475248</c:v>
                </c:pt>
                <c:pt idx="136">
                  <c:v>0.28712871287128711</c:v>
                </c:pt>
                <c:pt idx="137">
                  <c:v>0.25247524752475248</c:v>
                </c:pt>
                <c:pt idx="138">
                  <c:v>0.19801980198019803</c:v>
                </c:pt>
                <c:pt idx="139">
                  <c:v>0.24752475247524752</c:v>
                </c:pt>
                <c:pt idx="140">
                  <c:v>0.20359281437125748</c:v>
                </c:pt>
                <c:pt idx="141">
                  <c:v>0.24550898203592814</c:v>
                </c:pt>
                <c:pt idx="142">
                  <c:v>0.23353293413173654</c:v>
                </c:pt>
                <c:pt idx="143">
                  <c:v>0.19161676646706588</c:v>
                </c:pt>
                <c:pt idx="144">
                  <c:v>0.19161676646706588</c:v>
                </c:pt>
                <c:pt idx="145">
                  <c:v>0.18562874251497005</c:v>
                </c:pt>
                <c:pt idx="146">
                  <c:v>0.20958083832335328</c:v>
                </c:pt>
                <c:pt idx="147">
                  <c:v>0.20382165605095542</c:v>
                </c:pt>
                <c:pt idx="148">
                  <c:v>0.1464968152866242</c:v>
                </c:pt>
                <c:pt idx="149">
                  <c:v>0.22292993630573249</c:v>
                </c:pt>
                <c:pt idx="150">
                  <c:v>0.20382165605095542</c:v>
                </c:pt>
                <c:pt idx="151">
                  <c:v>0.15923566878980891</c:v>
                </c:pt>
                <c:pt idx="152">
                  <c:v>0.12101910828025478</c:v>
                </c:pt>
                <c:pt idx="153">
                  <c:v>0.19108280254777071</c:v>
                </c:pt>
                <c:pt idx="154">
                  <c:v>0.14743589743589744</c:v>
                </c:pt>
                <c:pt idx="155">
                  <c:v>0.20512820512820512</c:v>
                </c:pt>
                <c:pt idx="156">
                  <c:v>0.22435897435897437</c:v>
                </c:pt>
                <c:pt idx="157">
                  <c:v>0.1858974358974359</c:v>
                </c:pt>
                <c:pt idx="158">
                  <c:v>0.23076923076923078</c:v>
                </c:pt>
                <c:pt idx="159">
                  <c:v>0.19230769230769232</c:v>
                </c:pt>
                <c:pt idx="160">
                  <c:v>0.16025641025641027</c:v>
                </c:pt>
                <c:pt idx="161">
                  <c:v>0.20261437908496732</c:v>
                </c:pt>
                <c:pt idx="162">
                  <c:v>0.22222222222222221</c:v>
                </c:pt>
                <c:pt idx="163">
                  <c:v>0.1437908496732026</c:v>
                </c:pt>
                <c:pt idx="164">
                  <c:v>0.16993464052287582</c:v>
                </c:pt>
                <c:pt idx="165">
                  <c:v>0.17647058823529413</c:v>
                </c:pt>
                <c:pt idx="166">
                  <c:v>0.18300653594771241</c:v>
                </c:pt>
                <c:pt idx="167">
                  <c:v>0.13071895424836602</c:v>
                </c:pt>
                <c:pt idx="168">
                  <c:v>0.22068965517241379</c:v>
                </c:pt>
                <c:pt idx="169">
                  <c:v>0.19310344827586207</c:v>
                </c:pt>
                <c:pt idx="170">
                  <c:v>0.19310344827586207</c:v>
                </c:pt>
                <c:pt idx="171">
                  <c:v>0.2</c:v>
                </c:pt>
                <c:pt idx="172">
                  <c:v>0.24827586206896551</c:v>
                </c:pt>
                <c:pt idx="173">
                  <c:v>0.16551724137931034</c:v>
                </c:pt>
                <c:pt idx="174">
                  <c:v>0.22758620689655173</c:v>
                </c:pt>
                <c:pt idx="175">
                  <c:v>0.18439716312056736</c:v>
                </c:pt>
                <c:pt idx="176">
                  <c:v>0.1702127659574468</c:v>
                </c:pt>
                <c:pt idx="177">
                  <c:v>0.22695035460992907</c:v>
                </c:pt>
                <c:pt idx="178">
                  <c:v>0.20567375886524822</c:v>
                </c:pt>
                <c:pt idx="179">
                  <c:v>0.15602836879432624</c:v>
                </c:pt>
                <c:pt idx="180">
                  <c:v>0.26241134751773049</c:v>
                </c:pt>
                <c:pt idx="181">
                  <c:v>0.1702127659574468</c:v>
                </c:pt>
                <c:pt idx="182">
                  <c:v>0.18421052631578946</c:v>
                </c:pt>
                <c:pt idx="183">
                  <c:v>0.21052631578947367</c:v>
                </c:pt>
                <c:pt idx="184">
                  <c:v>0.24210526315789474</c:v>
                </c:pt>
                <c:pt idx="185">
                  <c:v>0.18947368421052632</c:v>
                </c:pt>
                <c:pt idx="186">
                  <c:v>0.24210526315789474</c:v>
                </c:pt>
                <c:pt idx="187">
                  <c:v>0.18421052631578946</c:v>
                </c:pt>
                <c:pt idx="188">
                  <c:v>0.27894736842105261</c:v>
                </c:pt>
                <c:pt idx="189">
                  <c:v>0.22746781115879827</c:v>
                </c:pt>
                <c:pt idx="190">
                  <c:v>0.22317596566523606</c:v>
                </c:pt>
                <c:pt idx="191">
                  <c:v>0.27896995708154504</c:v>
                </c:pt>
                <c:pt idx="192">
                  <c:v>0.22317596566523606</c:v>
                </c:pt>
                <c:pt idx="193">
                  <c:v>0.26609442060085836</c:v>
                </c:pt>
                <c:pt idx="194">
                  <c:v>0.33047210300429186</c:v>
                </c:pt>
                <c:pt idx="195">
                  <c:v>0.26180257510729615</c:v>
                </c:pt>
                <c:pt idx="196">
                  <c:v>0.25735294117647056</c:v>
                </c:pt>
                <c:pt idx="197">
                  <c:v>0.24264705882352941</c:v>
                </c:pt>
                <c:pt idx="198">
                  <c:v>0.26838235294117646</c:v>
                </c:pt>
                <c:pt idx="199">
                  <c:v>0.26838235294117646</c:v>
                </c:pt>
                <c:pt idx="200">
                  <c:v>0.29411764705882354</c:v>
                </c:pt>
                <c:pt idx="201">
                  <c:v>0.27573529411764708</c:v>
                </c:pt>
                <c:pt idx="202">
                  <c:v>0.33088235294117646</c:v>
                </c:pt>
                <c:pt idx="203">
                  <c:v>0.26440677966101694</c:v>
                </c:pt>
                <c:pt idx="204">
                  <c:v>0.30508474576271188</c:v>
                </c:pt>
                <c:pt idx="205">
                  <c:v>0.29830508474576273</c:v>
                </c:pt>
                <c:pt idx="206">
                  <c:v>0.28135593220338984</c:v>
                </c:pt>
                <c:pt idx="207">
                  <c:v>0.31186440677966104</c:v>
                </c:pt>
                <c:pt idx="208">
                  <c:v>0.33559322033898303</c:v>
                </c:pt>
                <c:pt idx="209">
                  <c:v>0.31525423728813562</c:v>
                </c:pt>
                <c:pt idx="210">
                  <c:v>0.33236994219653176</c:v>
                </c:pt>
                <c:pt idx="211">
                  <c:v>0.31213872832369943</c:v>
                </c:pt>
                <c:pt idx="212">
                  <c:v>0.32369942196531792</c:v>
                </c:pt>
                <c:pt idx="213">
                  <c:v>0.24855491329479767</c:v>
                </c:pt>
                <c:pt idx="214">
                  <c:v>0.2832369942196532</c:v>
                </c:pt>
                <c:pt idx="215">
                  <c:v>0.28901734104046245</c:v>
                </c:pt>
                <c:pt idx="216">
                  <c:v>0.27456647398843931</c:v>
                </c:pt>
                <c:pt idx="217">
                  <c:v>0.28823529411764703</c:v>
                </c:pt>
                <c:pt idx="218">
                  <c:v>0.26470588235294118</c:v>
                </c:pt>
                <c:pt idx="219">
                  <c:v>0.31470588235294117</c:v>
                </c:pt>
                <c:pt idx="220">
                  <c:v>0.29705882352941176</c:v>
                </c:pt>
                <c:pt idx="221">
                  <c:v>0.30588235294117649</c:v>
                </c:pt>
                <c:pt idx="222">
                  <c:v>0.28823529411764703</c:v>
                </c:pt>
                <c:pt idx="223">
                  <c:v>0.29705882352941176</c:v>
                </c:pt>
                <c:pt idx="224">
                  <c:v>0.27089337175792505</c:v>
                </c:pt>
                <c:pt idx="225">
                  <c:v>0.31123919308357351</c:v>
                </c:pt>
                <c:pt idx="226">
                  <c:v>0.29682997118155618</c:v>
                </c:pt>
                <c:pt idx="227">
                  <c:v>0.2737752161383285</c:v>
                </c:pt>
                <c:pt idx="228">
                  <c:v>0.30835734870317005</c:v>
                </c:pt>
                <c:pt idx="229">
                  <c:v>0.33429394812680113</c:v>
                </c:pt>
                <c:pt idx="230">
                  <c:v>0.31412103746397696</c:v>
                </c:pt>
                <c:pt idx="231">
                  <c:v>0.21875</c:v>
                </c:pt>
                <c:pt idx="232">
                  <c:v>0.25520833333333331</c:v>
                </c:pt>
                <c:pt idx="233">
                  <c:v>0.29947916666666669</c:v>
                </c:pt>
                <c:pt idx="234">
                  <c:v>0.24739583333333334</c:v>
                </c:pt>
                <c:pt idx="235">
                  <c:v>0.27604166666666669</c:v>
                </c:pt>
                <c:pt idx="236">
                  <c:v>0.30729166666666669</c:v>
                </c:pt>
                <c:pt idx="237">
                  <c:v>0.33072916666666669</c:v>
                </c:pt>
                <c:pt idx="238">
                  <c:v>0.1702127659574468</c:v>
                </c:pt>
                <c:pt idx="239">
                  <c:v>0.2144026186579378</c:v>
                </c:pt>
                <c:pt idx="240">
                  <c:v>0.21276595744680851</c:v>
                </c:pt>
                <c:pt idx="241">
                  <c:v>0.22585924713584288</c:v>
                </c:pt>
                <c:pt idx="242">
                  <c:v>0.27332242225859249</c:v>
                </c:pt>
                <c:pt idx="243">
                  <c:v>0.27823240589198034</c:v>
                </c:pt>
                <c:pt idx="244">
                  <c:v>0.27004909983633391</c:v>
                </c:pt>
                <c:pt idx="245">
                  <c:v>0.20926966292134833</c:v>
                </c:pt>
                <c:pt idx="246">
                  <c:v>0.21207865168539325</c:v>
                </c:pt>
                <c:pt idx="247">
                  <c:v>0.24297752808988765</c:v>
                </c:pt>
                <c:pt idx="248">
                  <c:v>0.21067415730337077</c:v>
                </c:pt>
                <c:pt idx="249">
                  <c:v>0.22752808988764045</c:v>
                </c:pt>
                <c:pt idx="250">
                  <c:v>0.24578651685393257</c:v>
                </c:pt>
                <c:pt idx="251">
                  <c:v>0.24719101123595505</c:v>
                </c:pt>
                <c:pt idx="252">
                  <c:v>0.23316062176165803</c:v>
                </c:pt>
                <c:pt idx="253">
                  <c:v>0.21761658031088082</c:v>
                </c:pt>
                <c:pt idx="254">
                  <c:v>0.23963730569948186</c:v>
                </c:pt>
                <c:pt idx="255">
                  <c:v>0.2344559585492228</c:v>
                </c:pt>
                <c:pt idx="256">
                  <c:v>0.22279792746113988</c:v>
                </c:pt>
                <c:pt idx="257">
                  <c:v>0.2422279792746114</c:v>
                </c:pt>
                <c:pt idx="258">
                  <c:v>0.28238341968911918</c:v>
                </c:pt>
                <c:pt idx="259">
                  <c:v>0.28048780487804881</c:v>
                </c:pt>
                <c:pt idx="260">
                  <c:v>0.29573170731707316</c:v>
                </c:pt>
                <c:pt idx="261">
                  <c:v>0.19969512195121952</c:v>
                </c:pt>
                <c:pt idx="262">
                  <c:v>0.26829268292682928</c:v>
                </c:pt>
                <c:pt idx="263">
                  <c:v>0.2073170731707317</c:v>
                </c:pt>
                <c:pt idx="264">
                  <c:v>0.23323170731707318</c:v>
                </c:pt>
                <c:pt idx="265">
                  <c:v>0.2423780487804878</c:v>
                </c:pt>
                <c:pt idx="266">
                  <c:v>0.21633888048411498</c:v>
                </c:pt>
                <c:pt idx="267">
                  <c:v>0.23600605143721634</c:v>
                </c:pt>
                <c:pt idx="268">
                  <c:v>0.22844175491679275</c:v>
                </c:pt>
                <c:pt idx="269">
                  <c:v>0.22390317700453857</c:v>
                </c:pt>
                <c:pt idx="270">
                  <c:v>0.2783661119515885</c:v>
                </c:pt>
                <c:pt idx="271">
                  <c:v>0.30862329803328292</c:v>
                </c:pt>
                <c:pt idx="272">
                  <c:v>0.32526475037821484</c:v>
                </c:pt>
                <c:pt idx="273">
                  <c:v>0.2832618025751073</c:v>
                </c:pt>
                <c:pt idx="274">
                  <c:v>0.28469241773962806</c:v>
                </c:pt>
                <c:pt idx="275">
                  <c:v>0.26895565092989987</c:v>
                </c:pt>
                <c:pt idx="276">
                  <c:v>0.28183118741058655</c:v>
                </c:pt>
                <c:pt idx="277">
                  <c:v>0.27467811158798283</c:v>
                </c:pt>
                <c:pt idx="278">
                  <c:v>0.28612303290414881</c:v>
                </c:pt>
                <c:pt idx="279">
                  <c:v>0.27467811158798283</c:v>
                </c:pt>
                <c:pt idx="280">
                  <c:v>0.28013029315960913</c:v>
                </c:pt>
                <c:pt idx="281">
                  <c:v>0.26058631921824105</c:v>
                </c:pt>
                <c:pt idx="282">
                  <c:v>0.2736156351791531</c:v>
                </c:pt>
                <c:pt idx="283">
                  <c:v>0.27850162866449513</c:v>
                </c:pt>
                <c:pt idx="284">
                  <c:v>0.250814332247557</c:v>
                </c:pt>
                <c:pt idx="285">
                  <c:v>0.23778501628664495</c:v>
                </c:pt>
                <c:pt idx="286">
                  <c:v>0.27035830618892509</c:v>
                </c:pt>
                <c:pt idx="287">
                  <c:v>0.24587155963302754</c:v>
                </c:pt>
                <c:pt idx="288">
                  <c:v>0.27339449541284405</c:v>
                </c:pt>
                <c:pt idx="289">
                  <c:v>0.24220183486238533</c:v>
                </c:pt>
                <c:pt idx="290">
                  <c:v>0.24036697247706423</c:v>
                </c:pt>
                <c:pt idx="291">
                  <c:v>0.19082568807339451</c:v>
                </c:pt>
                <c:pt idx="292">
                  <c:v>0.19266055045871561</c:v>
                </c:pt>
                <c:pt idx="293">
                  <c:v>0.19266055045871561</c:v>
                </c:pt>
                <c:pt idx="294">
                  <c:v>0.2132701421800948</c:v>
                </c:pt>
                <c:pt idx="295">
                  <c:v>0.23933649289099526</c:v>
                </c:pt>
                <c:pt idx="296">
                  <c:v>0.21800947867298578</c:v>
                </c:pt>
                <c:pt idx="297">
                  <c:v>0.16113744075829384</c:v>
                </c:pt>
                <c:pt idx="298">
                  <c:v>0.17772511848341233</c:v>
                </c:pt>
                <c:pt idx="299">
                  <c:v>0.17298578199052134</c:v>
                </c:pt>
                <c:pt idx="300">
                  <c:v>0.16824644549763032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FCD-4536-8B0D-605AD1C290BB}"/>
            </c:ext>
          </c:extLst>
        </c:ser>
        <c:ser>
          <c:idx val="1"/>
          <c:order val="1"/>
          <c:tx>
            <c:strRef>
              <c:f>'[16 06_38_196992bb5b6d6d74.31428674Задание1.Маркетинговаяакция.xlsx]DAU'!$H$1</c:f>
              <c:strCache>
                <c:ptCount val="1"/>
                <c:pt idx="0">
                  <c:v>sf(month)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'[16 06_38_196992bb5b6d6d74.31428674Задание1.Маркетинговаяакция.xlsx]DAU'!$C$4:$C$306</c:f>
              <c:numCache>
                <c:formatCode>m/d/yyyy</c:formatCode>
                <c:ptCount val="303"/>
                <c:pt idx="0">
                  <c:v>44746</c:v>
                </c:pt>
                <c:pt idx="1">
                  <c:v>44747</c:v>
                </c:pt>
                <c:pt idx="2">
                  <c:v>44748</c:v>
                </c:pt>
                <c:pt idx="3">
                  <c:v>44749</c:v>
                </c:pt>
                <c:pt idx="4">
                  <c:v>44750</c:v>
                </c:pt>
                <c:pt idx="5">
                  <c:v>44751</c:v>
                </c:pt>
                <c:pt idx="6">
                  <c:v>44752</c:v>
                </c:pt>
                <c:pt idx="7">
                  <c:v>44753</c:v>
                </c:pt>
                <c:pt idx="8">
                  <c:v>44754</c:v>
                </c:pt>
                <c:pt idx="9">
                  <c:v>44755</c:v>
                </c:pt>
                <c:pt idx="10">
                  <c:v>44756</c:v>
                </c:pt>
                <c:pt idx="11">
                  <c:v>44757</c:v>
                </c:pt>
                <c:pt idx="12">
                  <c:v>44758</c:v>
                </c:pt>
                <c:pt idx="13">
                  <c:v>44759</c:v>
                </c:pt>
                <c:pt idx="14">
                  <c:v>44760</c:v>
                </c:pt>
                <c:pt idx="15">
                  <c:v>44761</c:v>
                </c:pt>
                <c:pt idx="16">
                  <c:v>44762</c:v>
                </c:pt>
                <c:pt idx="17">
                  <c:v>44763</c:v>
                </c:pt>
                <c:pt idx="18">
                  <c:v>44764</c:v>
                </c:pt>
                <c:pt idx="19">
                  <c:v>44765</c:v>
                </c:pt>
                <c:pt idx="20">
                  <c:v>44766</c:v>
                </c:pt>
                <c:pt idx="21">
                  <c:v>44767</c:v>
                </c:pt>
                <c:pt idx="22">
                  <c:v>44768</c:v>
                </c:pt>
                <c:pt idx="23">
                  <c:v>44769</c:v>
                </c:pt>
                <c:pt idx="24">
                  <c:v>44770</c:v>
                </c:pt>
                <c:pt idx="25">
                  <c:v>44771</c:v>
                </c:pt>
                <c:pt idx="26">
                  <c:v>44772</c:v>
                </c:pt>
                <c:pt idx="27">
                  <c:v>44773</c:v>
                </c:pt>
                <c:pt idx="28">
                  <c:v>44774</c:v>
                </c:pt>
                <c:pt idx="29">
                  <c:v>44775</c:v>
                </c:pt>
                <c:pt idx="30">
                  <c:v>44776</c:v>
                </c:pt>
                <c:pt idx="31">
                  <c:v>44777</c:v>
                </c:pt>
                <c:pt idx="32">
                  <c:v>44778</c:v>
                </c:pt>
                <c:pt idx="33">
                  <c:v>44779</c:v>
                </c:pt>
                <c:pt idx="34">
                  <c:v>44780</c:v>
                </c:pt>
                <c:pt idx="35">
                  <c:v>44781</c:v>
                </c:pt>
                <c:pt idx="36">
                  <c:v>44782</c:v>
                </c:pt>
                <c:pt idx="37">
                  <c:v>44783</c:v>
                </c:pt>
                <c:pt idx="38">
                  <c:v>44784</c:v>
                </c:pt>
                <c:pt idx="39">
                  <c:v>44785</c:v>
                </c:pt>
                <c:pt idx="40">
                  <c:v>44786</c:v>
                </c:pt>
                <c:pt idx="41">
                  <c:v>44787</c:v>
                </c:pt>
                <c:pt idx="42">
                  <c:v>44788</c:v>
                </c:pt>
                <c:pt idx="43">
                  <c:v>44789</c:v>
                </c:pt>
                <c:pt idx="44">
                  <c:v>44790</c:v>
                </c:pt>
                <c:pt idx="45">
                  <c:v>44791</c:v>
                </c:pt>
                <c:pt idx="46">
                  <c:v>44792</c:v>
                </c:pt>
                <c:pt idx="47">
                  <c:v>44793</c:v>
                </c:pt>
                <c:pt idx="48">
                  <c:v>44794</c:v>
                </c:pt>
                <c:pt idx="49">
                  <c:v>44795</c:v>
                </c:pt>
                <c:pt idx="50">
                  <c:v>44796</c:v>
                </c:pt>
                <c:pt idx="51">
                  <c:v>44797</c:v>
                </c:pt>
                <c:pt idx="52">
                  <c:v>44798</c:v>
                </c:pt>
                <c:pt idx="53">
                  <c:v>44799</c:v>
                </c:pt>
                <c:pt idx="54">
                  <c:v>44800</c:v>
                </c:pt>
                <c:pt idx="55">
                  <c:v>44801</c:v>
                </c:pt>
                <c:pt idx="56">
                  <c:v>44802</c:v>
                </c:pt>
                <c:pt idx="57">
                  <c:v>44803</c:v>
                </c:pt>
                <c:pt idx="58">
                  <c:v>44804</c:v>
                </c:pt>
                <c:pt idx="59">
                  <c:v>44805</c:v>
                </c:pt>
                <c:pt idx="60">
                  <c:v>44806</c:v>
                </c:pt>
                <c:pt idx="61">
                  <c:v>44807</c:v>
                </c:pt>
                <c:pt idx="62">
                  <c:v>44808</c:v>
                </c:pt>
                <c:pt idx="63">
                  <c:v>44809</c:v>
                </c:pt>
                <c:pt idx="64">
                  <c:v>44810</c:v>
                </c:pt>
                <c:pt idx="65">
                  <c:v>44811</c:v>
                </c:pt>
                <c:pt idx="66">
                  <c:v>44812</c:v>
                </c:pt>
                <c:pt idx="67">
                  <c:v>44813</c:v>
                </c:pt>
                <c:pt idx="68">
                  <c:v>44814</c:v>
                </c:pt>
                <c:pt idx="69">
                  <c:v>44815</c:v>
                </c:pt>
                <c:pt idx="70">
                  <c:v>44816</c:v>
                </c:pt>
                <c:pt idx="71">
                  <c:v>44817</c:v>
                </c:pt>
                <c:pt idx="72">
                  <c:v>44818</c:v>
                </c:pt>
                <c:pt idx="73">
                  <c:v>44819</c:v>
                </c:pt>
                <c:pt idx="74">
                  <c:v>44820</c:v>
                </c:pt>
                <c:pt idx="75">
                  <c:v>44821</c:v>
                </c:pt>
                <c:pt idx="76">
                  <c:v>44822</c:v>
                </c:pt>
                <c:pt idx="77">
                  <c:v>44823</c:v>
                </c:pt>
                <c:pt idx="78">
                  <c:v>44824</c:v>
                </c:pt>
                <c:pt idx="79">
                  <c:v>44825</c:v>
                </c:pt>
                <c:pt idx="80">
                  <c:v>44826</c:v>
                </c:pt>
                <c:pt idx="81">
                  <c:v>44827</c:v>
                </c:pt>
                <c:pt idx="82">
                  <c:v>44828</c:v>
                </c:pt>
                <c:pt idx="83">
                  <c:v>44829</c:v>
                </c:pt>
                <c:pt idx="84">
                  <c:v>44830</c:v>
                </c:pt>
                <c:pt idx="85">
                  <c:v>44831</c:v>
                </c:pt>
                <c:pt idx="86">
                  <c:v>44832</c:v>
                </c:pt>
                <c:pt idx="87">
                  <c:v>44833</c:v>
                </c:pt>
                <c:pt idx="88">
                  <c:v>44834</c:v>
                </c:pt>
                <c:pt idx="89">
                  <c:v>44835</c:v>
                </c:pt>
                <c:pt idx="90">
                  <c:v>44836</c:v>
                </c:pt>
                <c:pt idx="91">
                  <c:v>44837</c:v>
                </c:pt>
                <c:pt idx="92">
                  <c:v>44838</c:v>
                </c:pt>
                <c:pt idx="93">
                  <c:v>44839</c:v>
                </c:pt>
                <c:pt idx="94">
                  <c:v>44840</c:v>
                </c:pt>
                <c:pt idx="95">
                  <c:v>44841</c:v>
                </c:pt>
                <c:pt idx="96">
                  <c:v>44842</c:v>
                </c:pt>
                <c:pt idx="97">
                  <c:v>44843</c:v>
                </c:pt>
                <c:pt idx="98">
                  <c:v>44844</c:v>
                </c:pt>
                <c:pt idx="99">
                  <c:v>44845</c:v>
                </c:pt>
                <c:pt idx="100">
                  <c:v>44846</c:v>
                </c:pt>
                <c:pt idx="101">
                  <c:v>44847</c:v>
                </c:pt>
                <c:pt idx="102">
                  <c:v>44848</c:v>
                </c:pt>
                <c:pt idx="103">
                  <c:v>44849</c:v>
                </c:pt>
                <c:pt idx="104">
                  <c:v>44850</c:v>
                </c:pt>
                <c:pt idx="105">
                  <c:v>44851</c:v>
                </c:pt>
                <c:pt idx="106">
                  <c:v>44852</c:v>
                </c:pt>
                <c:pt idx="107">
                  <c:v>44853</c:v>
                </c:pt>
                <c:pt idx="108">
                  <c:v>44854</c:v>
                </c:pt>
                <c:pt idx="109">
                  <c:v>44855</c:v>
                </c:pt>
                <c:pt idx="110">
                  <c:v>44856</c:v>
                </c:pt>
                <c:pt idx="111">
                  <c:v>44857</c:v>
                </c:pt>
                <c:pt idx="112">
                  <c:v>44858</c:v>
                </c:pt>
                <c:pt idx="113">
                  <c:v>44859</c:v>
                </c:pt>
                <c:pt idx="114">
                  <c:v>44860</c:v>
                </c:pt>
                <c:pt idx="115">
                  <c:v>44861</c:v>
                </c:pt>
                <c:pt idx="116">
                  <c:v>44862</c:v>
                </c:pt>
                <c:pt idx="117">
                  <c:v>44863</c:v>
                </c:pt>
                <c:pt idx="118">
                  <c:v>44864</c:v>
                </c:pt>
                <c:pt idx="119">
                  <c:v>44865</c:v>
                </c:pt>
                <c:pt idx="120">
                  <c:v>44866</c:v>
                </c:pt>
                <c:pt idx="121">
                  <c:v>44867</c:v>
                </c:pt>
                <c:pt idx="122">
                  <c:v>44868</c:v>
                </c:pt>
                <c:pt idx="123">
                  <c:v>44869</c:v>
                </c:pt>
                <c:pt idx="124">
                  <c:v>44870</c:v>
                </c:pt>
                <c:pt idx="125">
                  <c:v>44871</c:v>
                </c:pt>
                <c:pt idx="126">
                  <c:v>44872</c:v>
                </c:pt>
                <c:pt idx="127">
                  <c:v>44873</c:v>
                </c:pt>
                <c:pt idx="128">
                  <c:v>44874</c:v>
                </c:pt>
                <c:pt idx="129">
                  <c:v>44875</c:v>
                </c:pt>
                <c:pt idx="130">
                  <c:v>44876</c:v>
                </c:pt>
                <c:pt idx="131">
                  <c:v>44877</c:v>
                </c:pt>
                <c:pt idx="132">
                  <c:v>44878</c:v>
                </c:pt>
                <c:pt idx="133">
                  <c:v>44879</c:v>
                </c:pt>
                <c:pt idx="134">
                  <c:v>44880</c:v>
                </c:pt>
                <c:pt idx="135">
                  <c:v>44881</c:v>
                </c:pt>
                <c:pt idx="136">
                  <c:v>44882</c:v>
                </c:pt>
                <c:pt idx="137">
                  <c:v>44883</c:v>
                </c:pt>
                <c:pt idx="138">
                  <c:v>44884</c:v>
                </c:pt>
                <c:pt idx="139">
                  <c:v>44885</c:v>
                </c:pt>
                <c:pt idx="140">
                  <c:v>44886</c:v>
                </c:pt>
                <c:pt idx="141">
                  <c:v>44887</c:v>
                </c:pt>
                <c:pt idx="142">
                  <c:v>44888</c:v>
                </c:pt>
                <c:pt idx="143">
                  <c:v>44889</c:v>
                </c:pt>
                <c:pt idx="144">
                  <c:v>44890</c:v>
                </c:pt>
                <c:pt idx="145">
                  <c:v>44891</c:v>
                </c:pt>
                <c:pt idx="146">
                  <c:v>44892</c:v>
                </c:pt>
                <c:pt idx="147">
                  <c:v>44893</c:v>
                </c:pt>
                <c:pt idx="148">
                  <c:v>44894</c:v>
                </c:pt>
                <c:pt idx="149">
                  <c:v>44895</c:v>
                </c:pt>
                <c:pt idx="150">
                  <c:v>44896</c:v>
                </c:pt>
                <c:pt idx="151">
                  <c:v>44897</c:v>
                </c:pt>
                <c:pt idx="152">
                  <c:v>44898</c:v>
                </c:pt>
                <c:pt idx="153">
                  <c:v>44899</c:v>
                </c:pt>
                <c:pt idx="154">
                  <c:v>44900</c:v>
                </c:pt>
                <c:pt idx="155">
                  <c:v>44901</c:v>
                </c:pt>
                <c:pt idx="156">
                  <c:v>44902</c:v>
                </c:pt>
                <c:pt idx="157">
                  <c:v>44903</c:v>
                </c:pt>
                <c:pt idx="158">
                  <c:v>44904</c:v>
                </c:pt>
                <c:pt idx="159">
                  <c:v>44905</c:v>
                </c:pt>
                <c:pt idx="160">
                  <c:v>44906</c:v>
                </c:pt>
                <c:pt idx="161">
                  <c:v>44907</c:v>
                </c:pt>
                <c:pt idx="162">
                  <c:v>44908</c:v>
                </c:pt>
                <c:pt idx="163">
                  <c:v>44909</c:v>
                </c:pt>
                <c:pt idx="164">
                  <c:v>44910</c:v>
                </c:pt>
                <c:pt idx="165">
                  <c:v>44911</c:v>
                </c:pt>
                <c:pt idx="166">
                  <c:v>44912</c:v>
                </c:pt>
                <c:pt idx="167">
                  <c:v>44913</c:v>
                </c:pt>
                <c:pt idx="168">
                  <c:v>44914</c:v>
                </c:pt>
                <c:pt idx="169">
                  <c:v>44915</c:v>
                </c:pt>
                <c:pt idx="170">
                  <c:v>44916</c:v>
                </c:pt>
                <c:pt idx="171">
                  <c:v>44917</c:v>
                </c:pt>
                <c:pt idx="172">
                  <c:v>44918</c:v>
                </c:pt>
                <c:pt idx="173">
                  <c:v>44919</c:v>
                </c:pt>
                <c:pt idx="174">
                  <c:v>44920</c:v>
                </c:pt>
                <c:pt idx="175">
                  <c:v>44921</c:v>
                </c:pt>
                <c:pt idx="176">
                  <c:v>44922</c:v>
                </c:pt>
                <c:pt idx="177">
                  <c:v>44923</c:v>
                </c:pt>
                <c:pt idx="178">
                  <c:v>44924</c:v>
                </c:pt>
                <c:pt idx="179">
                  <c:v>44925</c:v>
                </c:pt>
                <c:pt idx="180">
                  <c:v>44926</c:v>
                </c:pt>
                <c:pt idx="181">
                  <c:v>44927</c:v>
                </c:pt>
                <c:pt idx="182">
                  <c:v>44928</c:v>
                </c:pt>
                <c:pt idx="183">
                  <c:v>44929</c:v>
                </c:pt>
                <c:pt idx="184">
                  <c:v>44930</c:v>
                </c:pt>
                <c:pt idx="185">
                  <c:v>44931</c:v>
                </c:pt>
                <c:pt idx="186">
                  <c:v>44932</c:v>
                </c:pt>
                <c:pt idx="187">
                  <c:v>44933</c:v>
                </c:pt>
                <c:pt idx="188">
                  <c:v>44934</c:v>
                </c:pt>
                <c:pt idx="189">
                  <c:v>44935</c:v>
                </c:pt>
                <c:pt idx="190">
                  <c:v>44936</c:v>
                </c:pt>
                <c:pt idx="191">
                  <c:v>44937</c:v>
                </c:pt>
                <c:pt idx="192">
                  <c:v>44938</c:v>
                </c:pt>
                <c:pt idx="193">
                  <c:v>44939</c:v>
                </c:pt>
                <c:pt idx="194">
                  <c:v>44940</c:v>
                </c:pt>
                <c:pt idx="195">
                  <c:v>44941</c:v>
                </c:pt>
                <c:pt idx="196">
                  <c:v>44942</c:v>
                </c:pt>
                <c:pt idx="197">
                  <c:v>44943</c:v>
                </c:pt>
                <c:pt idx="198">
                  <c:v>44944</c:v>
                </c:pt>
                <c:pt idx="199">
                  <c:v>44945</c:v>
                </c:pt>
                <c:pt idx="200">
                  <c:v>44946</c:v>
                </c:pt>
                <c:pt idx="201">
                  <c:v>44947</c:v>
                </c:pt>
                <c:pt idx="202">
                  <c:v>44948</c:v>
                </c:pt>
                <c:pt idx="203">
                  <c:v>44949</c:v>
                </c:pt>
                <c:pt idx="204">
                  <c:v>44950</c:v>
                </c:pt>
                <c:pt idx="205">
                  <c:v>44951</c:v>
                </c:pt>
                <c:pt idx="206">
                  <c:v>44952</c:v>
                </c:pt>
                <c:pt idx="207">
                  <c:v>44953</c:v>
                </c:pt>
                <c:pt idx="208">
                  <c:v>44954</c:v>
                </c:pt>
                <c:pt idx="209">
                  <c:v>44955</c:v>
                </c:pt>
                <c:pt idx="210">
                  <c:v>44956</c:v>
                </c:pt>
                <c:pt idx="211">
                  <c:v>44957</c:v>
                </c:pt>
                <c:pt idx="212">
                  <c:v>44958</c:v>
                </c:pt>
                <c:pt idx="213">
                  <c:v>44959</c:v>
                </c:pt>
                <c:pt idx="214">
                  <c:v>44960</c:v>
                </c:pt>
                <c:pt idx="215">
                  <c:v>44961</c:v>
                </c:pt>
                <c:pt idx="216">
                  <c:v>44962</c:v>
                </c:pt>
                <c:pt idx="217">
                  <c:v>44963</c:v>
                </c:pt>
                <c:pt idx="218">
                  <c:v>44964</c:v>
                </c:pt>
                <c:pt idx="219">
                  <c:v>44965</c:v>
                </c:pt>
                <c:pt idx="220">
                  <c:v>44966</c:v>
                </c:pt>
                <c:pt idx="221">
                  <c:v>44967</c:v>
                </c:pt>
                <c:pt idx="222">
                  <c:v>44968</c:v>
                </c:pt>
                <c:pt idx="223">
                  <c:v>44969</c:v>
                </c:pt>
                <c:pt idx="224">
                  <c:v>44970</c:v>
                </c:pt>
                <c:pt idx="225">
                  <c:v>44971</c:v>
                </c:pt>
                <c:pt idx="226">
                  <c:v>44972</c:v>
                </c:pt>
                <c:pt idx="227">
                  <c:v>44973</c:v>
                </c:pt>
                <c:pt idx="228">
                  <c:v>44974</c:v>
                </c:pt>
                <c:pt idx="229">
                  <c:v>44975</c:v>
                </c:pt>
                <c:pt idx="230">
                  <c:v>44976</c:v>
                </c:pt>
                <c:pt idx="231">
                  <c:v>44977</c:v>
                </c:pt>
                <c:pt idx="232">
                  <c:v>44978</c:v>
                </c:pt>
                <c:pt idx="233">
                  <c:v>44979</c:v>
                </c:pt>
                <c:pt idx="234">
                  <c:v>44980</c:v>
                </c:pt>
                <c:pt idx="235">
                  <c:v>44981</c:v>
                </c:pt>
                <c:pt idx="236">
                  <c:v>44982</c:v>
                </c:pt>
                <c:pt idx="237">
                  <c:v>44983</c:v>
                </c:pt>
                <c:pt idx="238">
                  <c:v>44984</c:v>
                </c:pt>
                <c:pt idx="239">
                  <c:v>44985</c:v>
                </c:pt>
                <c:pt idx="240">
                  <c:v>44986</c:v>
                </c:pt>
                <c:pt idx="241">
                  <c:v>44987</c:v>
                </c:pt>
                <c:pt idx="242">
                  <c:v>44988</c:v>
                </c:pt>
                <c:pt idx="243">
                  <c:v>44989</c:v>
                </c:pt>
                <c:pt idx="244">
                  <c:v>44990</c:v>
                </c:pt>
                <c:pt idx="245">
                  <c:v>44991</c:v>
                </c:pt>
                <c:pt idx="246">
                  <c:v>44992</c:v>
                </c:pt>
                <c:pt idx="247">
                  <c:v>44993</c:v>
                </c:pt>
                <c:pt idx="248">
                  <c:v>44994</c:v>
                </c:pt>
                <c:pt idx="249">
                  <c:v>44995</c:v>
                </c:pt>
                <c:pt idx="250">
                  <c:v>44996</c:v>
                </c:pt>
                <c:pt idx="251">
                  <c:v>44997</c:v>
                </c:pt>
                <c:pt idx="252">
                  <c:v>44998</c:v>
                </c:pt>
                <c:pt idx="253">
                  <c:v>44999</c:v>
                </c:pt>
                <c:pt idx="254">
                  <c:v>45000</c:v>
                </c:pt>
                <c:pt idx="255">
                  <c:v>45001</c:v>
                </c:pt>
                <c:pt idx="256">
                  <c:v>45002</c:v>
                </c:pt>
                <c:pt idx="257">
                  <c:v>45003</c:v>
                </c:pt>
                <c:pt idx="258">
                  <c:v>45004</c:v>
                </c:pt>
                <c:pt idx="259">
                  <c:v>45005</c:v>
                </c:pt>
                <c:pt idx="260">
                  <c:v>45006</c:v>
                </c:pt>
                <c:pt idx="261">
                  <c:v>45007</c:v>
                </c:pt>
                <c:pt idx="262">
                  <c:v>45008</c:v>
                </c:pt>
                <c:pt idx="263">
                  <c:v>45009</c:v>
                </c:pt>
                <c:pt idx="264">
                  <c:v>45010</c:v>
                </c:pt>
                <c:pt idx="265">
                  <c:v>45011</c:v>
                </c:pt>
                <c:pt idx="266">
                  <c:v>45012</c:v>
                </c:pt>
                <c:pt idx="267">
                  <c:v>45013</c:v>
                </c:pt>
                <c:pt idx="268">
                  <c:v>45014</c:v>
                </c:pt>
                <c:pt idx="269">
                  <c:v>45015</c:v>
                </c:pt>
                <c:pt idx="270">
                  <c:v>45016</c:v>
                </c:pt>
                <c:pt idx="271">
                  <c:v>45017</c:v>
                </c:pt>
                <c:pt idx="272">
                  <c:v>45018</c:v>
                </c:pt>
                <c:pt idx="273">
                  <c:v>45019</c:v>
                </c:pt>
                <c:pt idx="274">
                  <c:v>45020</c:v>
                </c:pt>
                <c:pt idx="275">
                  <c:v>45021</c:v>
                </c:pt>
                <c:pt idx="276">
                  <c:v>45022</c:v>
                </c:pt>
                <c:pt idx="277">
                  <c:v>45023</c:v>
                </c:pt>
                <c:pt idx="278">
                  <c:v>45024</c:v>
                </c:pt>
                <c:pt idx="279">
                  <c:v>45025</c:v>
                </c:pt>
                <c:pt idx="280">
                  <c:v>45026</c:v>
                </c:pt>
                <c:pt idx="281">
                  <c:v>45027</c:v>
                </c:pt>
                <c:pt idx="282">
                  <c:v>45028</c:v>
                </c:pt>
                <c:pt idx="283">
                  <c:v>45029</c:v>
                </c:pt>
                <c:pt idx="284">
                  <c:v>45030</c:v>
                </c:pt>
                <c:pt idx="285">
                  <c:v>45031</c:v>
                </c:pt>
                <c:pt idx="286">
                  <c:v>45032</c:v>
                </c:pt>
                <c:pt idx="287">
                  <c:v>45033</c:v>
                </c:pt>
                <c:pt idx="288">
                  <c:v>45034</c:v>
                </c:pt>
                <c:pt idx="289">
                  <c:v>45035</c:v>
                </c:pt>
                <c:pt idx="290">
                  <c:v>45036</c:v>
                </c:pt>
                <c:pt idx="291">
                  <c:v>45037</c:v>
                </c:pt>
                <c:pt idx="292">
                  <c:v>45038</c:v>
                </c:pt>
                <c:pt idx="293">
                  <c:v>45039</c:v>
                </c:pt>
                <c:pt idx="294">
                  <c:v>45040</c:v>
                </c:pt>
                <c:pt idx="295">
                  <c:v>45041</c:v>
                </c:pt>
                <c:pt idx="296">
                  <c:v>45042</c:v>
                </c:pt>
                <c:pt idx="297">
                  <c:v>45043</c:v>
                </c:pt>
                <c:pt idx="298">
                  <c:v>45044</c:v>
                </c:pt>
                <c:pt idx="299">
                  <c:v>45045</c:v>
                </c:pt>
                <c:pt idx="300">
                  <c:v>45046</c:v>
                </c:pt>
              </c:numCache>
            </c:numRef>
          </c:cat>
          <c:val>
            <c:numRef>
              <c:f>'[16 06_38_196992bb5b6d6d74.31428674Задание1.Маркетинговаяакция.xlsx]DAU'!$H$4:$H$306</c:f>
              <c:numCache>
                <c:formatCode>General</c:formatCode>
                <c:ptCount val="303"/>
                <c:pt idx="0">
                  <c:v>2.5906735751295335E-2</c:v>
                </c:pt>
                <c:pt idx="1">
                  <c:v>5.181347150259067E-2</c:v>
                </c:pt>
                <c:pt idx="2">
                  <c:v>2.5906735751295335E-2</c:v>
                </c:pt>
                <c:pt idx="3">
                  <c:v>6.7357512953367879E-2</c:v>
                </c:pt>
                <c:pt idx="4">
                  <c:v>0.11398963730569948</c:v>
                </c:pt>
                <c:pt idx="5">
                  <c:v>0.11398963730569948</c:v>
                </c:pt>
                <c:pt idx="6">
                  <c:v>0.13471502590673576</c:v>
                </c:pt>
                <c:pt idx="7">
                  <c:v>0.11917098445595854</c:v>
                </c:pt>
                <c:pt idx="8">
                  <c:v>0.12435233160621761</c:v>
                </c:pt>
                <c:pt idx="9">
                  <c:v>0.15544041450777202</c:v>
                </c:pt>
                <c:pt idx="10">
                  <c:v>0.16580310880829016</c:v>
                </c:pt>
                <c:pt idx="11">
                  <c:v>0.12953367875647667</c:v>
                </c:pt>
                <c:pt idx="12">
                  <c:v>0.17616580310880828</c:v>
                </c:pt>
                <c:pt idx="13">
                  <c:v>0.20207253886010362</c:v>
                </c:pt>
                <c:pt idx="14">
                  <c:v>0.11398963730569948</c:v>
                </c:pt>
                <c:pt idx="15">
                  <c:v>0.19689119170984457</c:v>
                </c:pt>
                <c:pt idx="16">
                  <c:v>0.17616580310880828</c:v>
                </c:pt>
                <c:pt idx="17">
                  <c:v>0.25906735751295334</c:v>
                </c:pt>
                <c:pt idx="18">
                  <c:v>0.22279792746113988</c:v>
                </c:pt>
                <c:pt idx="19">
                  <c:v>0.22279792746113988</c:v>
                </c:pt>
                <c:pt idx="20">
                  <c:v>0.27461139896373055</c:v>
                </c:pt>
                <c:pt idx="21">
                  <c:v>0.32642487046632124</c:v>
                </c:pt>
                <c:pt idx="22">
                  <c:v>0.24870466321243523</c:v>
                </c:pt>
                <c:pt idx="23">
                  <c:v>0.30569948186528495</c:v>
                </c:pt>
                <c:pt idx="24">
                  <c:v>0.30569948186528495</c:v>
                </c:pt>
                <c:pt idx="25">
                  <c:v>0.31606217616580312</c:v>
                </c:pt>
                <c:pt idx="26">
                  <c:v>0.33160621761658032</c:v>
                </c:pt>
                <c:pt idx="27">
                  <c:v>0.33160621761658032</c:v>
                </c:pt>
                <c:pt idx="28">
                  <c:v>0.14207650273224043</c:v>
                </c:pt>
                <c:pt idx="29">
                  <c:v>0.16939890710382513</c:v>
                </c:pt>
                <c:pt idx="30">
                  <c:v>0.15027322404371585</c:v>
                </c:pt>
                <c:pt idx="31">
                  <c:v>0.16393442622950818</c:v>
                </c:pt>
                <c:pt idx="32">
                  <c:v>0.14207650273224043</c:v>
                </c:pt>
                <c:pt idx="33">
                  <c:v>0.16939890710382513</c:v>
                </c:pt>
                <c:pt idx="34">
                  <c:v>0.16120218579234974</c:v>
                </c:pt>
                <c:pt idx="35">
                  <c:v>0.15846994535519127</c:v>
                </c:pt>
                <c:pt idx="36">
                  <c:v>0.1448087431693989</c:v>
                </c:pt>
                <c:pt idx="37">
                  <c:v>0.15027322404371585</c:v>
                </c:pt>
                <c:pt idx="38">
                  <c:v>0.17759562841530055</c:v>
                </c:pt>
                <c:pt idx="39">
                  <c:v>0.14754098360655737</c:v>
                </c:pt>
                <c:pt idx="40">
                  <c:v>0.20218579234972678</c:v>
                </c:pt>
                <c:pt idx="41">
                  <c:v>0.16120218579234974</c:v>
                </c:pt>
                <c:pt idx="42">
                  <c:v>0.14754098360655737</c:v>
                </c:pt>
                <c:pt idx="43">
                  <c:v>0.18579234972677597</c:v>
                </c:pt>
                <c:pt idx="44">
                  <c:v>0.16120218579234974</c:v>
                </c:pt>
                <c:pt idx="45">
                  <c:v>0.16666666666666666</c:v>
                </c:pt>
                <c:pt idx="46">
                  <c:v>0.15846994535519127</c:v>
                </c:pt>
                <c:pt idx="47">
                  <c:v>0.1830601092896175</c:v>
                </c:pt>
                <c:pt idx="48">
                  <c:v>0.16939890710382513</c:v>
                </c:pt>
                <c:pt idx="49">
                  <c:v>0.1448087431693989</c:v>
                </c:pt>
                <c:pt idx="50">
                  <c:v>0.16393442622950818</c:v>
                </c:pt>
                <c:pt idx="51">
                  <c:v>0.1830601092896175</c:v>
                </c:pt>
                <c:pt idx="52">
                  <c:v>0.1830601092896175</c:v>
                </c:pt>
                <c:pt idx="53">
                  <c:v>0.16666666666666666</c:v>
                </c:pt>
                <c:pt idx="54">
                  <c:v>0.1721311475409836</c:v>
                </c:pt>
                <c:pt idx="55">
                  <c:v>0.16666666666666666</c:v>
                </c:pt>
                <c:pt idx="56">
                  <c:v>0.14754098360655737</c:v>
                </c:pt>
                <c:pt idx="57">
                  <c:v>0.19672131147540983</c:v>
                </c:pt>
                <c:pt idx="58">
                  <c:v>0.14754098360655737</c:v>
                </c:pt>
                <c:pt idx="59">
                  <c:v>0.17460317460317459</c:v>
                </c:pt>
                <c:pt idx="60">
                  <c:v>0.16137566137566137</c:v>
                </c:pt>
                <c:pt idx="61">
                  <c:v>0.15343915343915343</c:v>
                </c:pt>
                <c:pt idx="62">
                  <c:v>0.1693121693121693</c:v>
                </c:pt>
                <c:pt idx="63">
                  <c:v>0.16402116402116401</c:v>
                </c:pt>
                <c:pt idx="64">
                  <c:v>0.12169312169312169</c:v>
                </c:pt>
                <c:pt idx="65">
                  <c:v>0.12962962962962962</c:v>
                </c:pt>
                <c:pt idx="66">
                  <c:v>0.15608465608465608</c:v>
                </c:pt>
                <c:pt idx="67">
                  <c:v>0.15873015873015872</c:v>
                </c:pt>
                <c:pt idx="68">
                  <c:v>0.1402116402116402</c:v>
                </c:pt>
                <c:pt idx="69">
                  <c:v>0.16137566137566137</c:v>
                </c:pt>
                <c:pt idx="70">
                  <c:v>0.15343915343915343</c:v>
                </c:pt>
                <c:pt idx="71">
                  <c:v>0.1693121693121693</c:v>
                </c:pt>
                <c:pt idx="72">
                  <c:v>0.17195767195767195</c:v>
                </c:pt>
                <c:pt idx="73">
                  <c:v>0.19576719576719576</c:v>
                </c:pt>
                <c:pt idx="74">
                  <c:v>0.15343915343915343</c:v>
                </c:pt>
                <c:pt idx="75">
                  <c:v>0.16402116402116401</c:v>
                </c:pt>
                <c:pt idx="76">
                  <c:v>0.18253968253968253</c:v>
                </c:pt>
                <c:pt idx="77">
                  <c:v>0.17460317460317459</c:v>
                </c:pt>
                <c:pt idx="78">
                  <c:v>0.17724867724867724</c:v>
                </c:pt>
                <c:pt idx="79">
                  <c:v>0.18783068783068782</c:v>
                </c:pt>
                <c:pt idx="80">
                  <c:v>0.17724867724867724</c:v>
                </c:pt>
                <c:pt idx="81">
                  <c:v>0.14550264550264549</c:v>
                </c:pt>
                <c:pt idx="82">
                  <c:v>0.15343915343915343</c:v>
                </c:pt>
                <c:pt idx="83">
                  <c:v>0.19312169312169311</c:v>
                </c:pt>
                <c:pt idx="84">
                  <c:v>0.15343915343915343</c:v>
                </c:pt>
                <c:pt idx="85">
                  <c:v>0.20105820105820105</c:v>
                </c:pt>
                <c:pt idx="86">
                  <c:v>0.16402116402116401</c:v>
                </c:pt>
                <c:pt idx="87">
                  <c:v>0.17460317460317459</c:v>
                </c:pt>
                <c:pt idx="88">
                  <c:v>0.15608465608465608</c:v>
                </c:pt>
                <c:pt idx="89">
                  <c:v>0.15521628498727735</c:v>
                </c:pt>
                <c:pt idx="90">
                  <c:v>0.13231552162849872</c:v>
                </c:pt>
                <c:pt idx="91">
                  <c:v>0.17557251908396945</c:v>
                </c:pt>
                <c:pt idx="92">
                  <c:v>0.17811704834605599</c:v>
                </c:pt>
                <c:pt idx="93">
                  <c:v>0.11450381679389313</c:v>
                </c:pt>
                <c:pt idx="94">
                  <c:v>0.19592875318066158</c:v>
                </c:pt>
                <c:pt idx="95">
                  <c:v>0.15521628498727735</c:v>
                </c:pt>
                <c:pt idx="96">
                  <c:v>0.14249363867684478</c:v>
                </c:pt>
                <c:pt idx="97">
                  <c:v>0.16793893129770993</c:v>
                </c:pt>
                <c:pt idx="98">
                  <c:v>0.12977099236641221</c:v>
                </c:pt>
                <c:pt idx="99">
                  <c:v>0.15012722646310434</c:v>
                </c:pt>
                <c:pt idx="100">
                  <c:v>0.16539440203562342</c:v>
                </c:pt>
                <c:pt idx="101">
                  <c:v>0.13486005089058525</c:v>
                </c:pt>
                <c:pt idx="102">
                  <c:v>0.18320610687022901</c:v>
                </c:pt>
                <c:pt idx="103">
                  <c:v>0.15776081424936386</c:v>
                </c:pt>
                <c:pt idx="104">
                  <c:v>0.15776081424936386</c:v>
                </c:pt>
                <c:pt idx="105">
                  <c:v>0.17811704834605599</c:v>
                </c:pt>
                <c:pt idx="106">
                  <c:v>0.15776081424936386</c:v>
                </c:pt>
                <c:pt idx="107">
                  <c:v>0.20865139949109415</c:v>
                </c:pt>
                <c:pt idx="108">
                  <c:v>0.13231552162849872</c:v>
                </c:pt>
                <c:pt idx="109">
                  <c:v>0.16539440203562342</c:v>
                </c:pt>
                <c:pt idx="110">
                  <c:v>0.16284987277353691</c:v>
                </c:pt>
                <c:pt idx="111">
                  <c:v>0.14503816793893129</c:v>
                </c:pt>
                <c:pt idx="112">
                  <c:v>0.1475826972010178</c:v>
                </c:pt>
                <c:pt idx="113">
                  <c:v>0.16793893129770993</c:v>
                </c:pt>
                <c:pt idx="114">
                  <c:v>0.15267175572519084</c:v>
                </c:pt>
                <c:pt idx="115">
                  <c:v>0.13994910941475827</c:v>
                </c:pt>
                <c:pt idx="116">
                  <c:v>0.16539440203562342</c:v>
                </c:pt>
                <c:pt idx="117">
                  <c:v>0.13740458015267176</c:v>
                </c:pt>
                <c:pt idx="118">
                  <c:v>0.16793893129770993</c:v>
                </c:pt>
                <c:pt idx="119">
                  <c:v>0.18320610687022901</c:v>
                </c:pt>
                <c:pt idx="120">
                  <c:v>0.13615023474178403</c:v>
                </c:pt>
                <c:pt idx="121">
                  <c:v>0.12910798122065728</c:v>
                </c:pt>
                <c:pt idx="122">
                  <c:v>0.13145539906103287</c:v>
                </c:pt>
                <c:pt idx="123">
                  <c:v>0.14788732394366197</c:v>
                </c:pt>
                <c:pt idx="124">
                  <c:v>0.1619718309859155</c:v>
                </c:pt>
                <c:pt idx="125">
                  <c:v>0.14553990610328638</c:v>
                </c:pt>
                <c:pt idx="126">
                  <c:v>0.14084507042253522</c:v>
                </c:pt>
                <c:pt idx="127">
                  <c:v>0.14084507042253522</c:v>
                </c:pt>
                <c:pt idx="128">
                  <c:v>0.14084507042253522</c:v>
                </c:pt>
                <c:pt idx="129">
                  <c:v>0.12910798122065728</c:v>
                </c:pt>
                <c:pt idx="130">
                  <c:v>0.14553990610328638</c:v>
                </c:pt>
                <c:pt idx="131">
                  <c:v>0.12441314553990611</c:v>
                </c:pt>
                <c:pt idx="132">
                  <c:v>0.12676056338028169</c:v>
                </c:pt>
                <c:pt idx="133">
                  <c:v>0.107981220657277</c:v>
                </c:pt>
                <c:pt idx="134">
                  <c:v>0.12910798122065728</c:v>
                </c:pt>
                <c:pt idx="135">
                  <c:v>0.11971830985915492</c:v>
                </c:pt>
                <c:pt idx="136">
                  <c:v>0.13615023474178403</c:v>
                </c:pt>
                <c:pt idx="137">
                  <c:v>0.11971830985915492</c:v>
                </c:pt>
                <c:pt idx="138">
                  <c:v>9.3896713615023469E-2</c:v>
                </c:pt>
                <c:pt idx="139">
                  <c:v>0.11737089201877934</c:v>
                </c:pt>
                <c:pt idx="140">
                  <c:v>7.9812206572769953E-2</c:v>
                </c:pt>
                <c:pt idx="141">
                  <c:v>9.6244131455399062E-2</c:v>
                </c:pt>
                <c:pt idx="142">
                  <c:v>9.154929577464789E-2</c:v>
                </c:pt>
                <c:pt idx="143">
                  <c:v>7.5117370892018781E-2</c:v>
                </c:pt>
                <c:pt idx="144">
                  <c:v>7.5117370892018781E-2</c:v>
                </c:pt>
                <c:pt idx="145">
                  <c:v>7.2769953051643188E-2</c:v>
                </c:pt>
                <c:pt idx="146">
                  <c:v>8.2159624413145546E-2</c:v>
                </c:pt>
                <c:pt idx="147">
                  <c:v>7.5117370892018781E-2</c:v>
                </c:pt>
                <c:pt idx="148">
                  <c:v>5.39906103286385E-2</c:v>
                </c:pt>
                <c:pt idx="149">
                  <c:v>8.2159624413145546E-2</c:v>
                </c:pt>
                <c:pt idx="150">
                  <c:v>8.2051282051282051E-2</c:v>
                </c:pt>
                <c:pt idx="151">
                  <c:v>6.4102564102564097E-2</c:v>
                </c:pt>
                <c:pt idx="152">
                  <c:v>4.8717948717948718E-2</c:v>
                </c:pt>
                <c:pt idx="153">
                  <c:v>7.6923076923076927E-2</c:v>
                </c:pt>
                <c:pt idx="154">
                  <c:v>5.8974358974358973E-2</c:v>
                </c:pt>
                <c:pt idx="155">
                  <c:v>8.2051282051282051E-2</c:v>
                </c:pt>
                <c:pt idx="156">
                  <c:v>8.9743589743589744E-2</c:v>
                </c:pt>
                <c:pt idx="157">
                  <c:v>7.4358974358974358E-2</c:v>
                </c:pt>
                <c:pt idx="158">
                  <c:v>9.2307692307692313E-2</c:v>
                </c:pt>
                <c:pt idx="159">
                  <c:v>7.6923076923076927E-2</c:v>
                </c:pt>
                <c:pt idx="160">
                  <c:v>6.4102564102564097E-2</c:v>
                </c:pt>
                <c:pt idx="161">
                  <c:v>7.9487179487179482E-2</c:v>
                </c:pt>
                <c:pt idx="162">
                  <c:v>8.7179487179487175E-2</c:v>
                </c:pt>
                <c:pt idx="163">
                  <c:v>5.6410256410256411E-2</c:v>
                </c:pt>
                <c:pt idx="164">
                  <c:v>6.6666666666666666E-2</c:v>
                </c:pt>
                <c:pt idx="165">
                  <c:v>6.9230769230769235E-2</c:v>
                </c:pt>
                <c:pt idx="166">
                  <c:v>7.179487179487179E-2</c:v>
                </c:pt>
                <c:pt idx="167">
                  <c:v>5.128205128205128E-2</c:v>
                </c:pt>
                <c:pt idx="168">
                  <c:v>8.2051282051282051E-2</c:v>
                </c:pt>
                <c:pt idx="169">
                  <c:v>7.179487179487179E-2</c:v>
                </c:pt>
                <c:pt idx="170">
                  <c:v>7.179487179487179E-2</c:v>
                </c:pt>
                <c:pt idx="171">
                  <c:v>7.4358974358974358E-2</c:v>
                </c:pt>
                <c:pt idx="172">
                  <c:v>9.2307692307692313E-2</c:v>
                </c:pt>
                <c:pt idx="173">
                  <c:v>6.1538461538461542E-2</c:v>
                </c:pt>
                <c:pt idx="174">
                  <c:v>8.461538461538462E-2</c:v>
                </c:pt>
                <c:pt idx="175">
                  <c:v>6.6666666666666666E-2</c:v>
                </c:pt>
                <c:pt idx="176">
                  <c:v>6.1538461538461542E-2</c:v>
                </c:pt>
                <c:pt idx="177">
                  <c:v>8.2051282051282051E-2</c:v>
                </c:pt>
                <c:pt idx="178">
                  <c:v>7.4358974358974358E-2</c:v>
                </c:pt>
                <c:pt idx="179">
                  <c:v>5.6410256410256411E-2</c:v>
                </c:pt>
                <c:pt idx="180">
                  <c:v>9.4871794871794868E-2</c:v>
                </c:pt>
                <c:pt idx="181">
                  <c:v>4.4776119402985072E-2</c:v>
                </c:pt>
                <c:pt idx="182">
                  <c:v>6.5298507462686561E-2</c:v>
                </c:pt>
                <c:pt idx="183">
                  <c:v>7.4626865671641784E-2</c:v>
                </c:pt>
                <c:pt idx="184">
                  <c:v>8.5820895522388058E-2</c:v>
                </c:pt>
                <c:pt idx="185">
                  <c:v>6.7164179104477612E-2</c:v>
                </c:pt>
                <c:pt idx="186">
                  <c:v>8.5820895522388058E-2</c:v>
                </c:pt>
                <c:pt idx="187">
                  <c:v>6.5298507462686561E-2</c:v>
                </c:pt>
                <c:pt idx="188">
                  <c:v>9.8880597014925367E-2</c:v>
                </c:pt>
                <c:pt idx="189">
                  <c:v>9.8880597014925367E-2</c:v>
                </c:pt>
                <c:pt idx="190">
                  <c:v>9.7014925373134331E-2</c:v>
                </c:pt>
                <c:pt idx="191">
                  <c:v>0.12126865671641791</c:v>
                </c:pt>
                <c:pt idx="192">
                  <c:v>9.7014925373134331E-2</c:v>
                </c:pt>
                <c:pt idx="193">
                  <c:v>0.11567164179104478</c:v>
                </c:pt>
                <c:pt idx="194">
                  <c:v>0.14365671641791045</c:v>
                </c:pt>
                <c:pt idx="195">
                  <c:v>0.11380597014925373</c:v>
                </c:pt>
                <c:pt idx="196">
                  <c:v>0.13059701492537312</c:v>
                </c:pt>
                <c:pt idx="197">
                  <c:v>0.12313432835820895</c:v>
                </c:pt>
                <c:pt idx="198">
                  <c:v>0.13619402985074627</c:v>
                </c:pt>
                <c:pt idx="199">
                  <c:v>0.13619402985074627</c:v>
                </c:pt>
                <c:pt idx="200">
                  <c:v>0.14925373134328357</c:v>
                </c:pt>
                <c:pt idx="201">
                  <c:v>0.13992537313432835</c:v>
                </c:pt>
                <c:pt idx="202">
                  <c:v>0.16791044776119404</c:v>
                </c:pt>
                <c:pt idx="203">
                  <c:v>0.1455223880597015</c:v>
                </c:pt>
                <c:pt idx="204">
                  <c:v>0.16791044776119404</c:v>
                </c:pt>
                <c:pt idx="205">
                  <c:v>0.16417910447761194</c:v>
                </c:pt>
                <c:pt idx="206">
                  <c:v>0.15485074626865672</c:v>
                </c:pt>
                <c:pt idx="207">
                  <c:v>0.17164179104477612</c:v>
                </c:pt>
                <c:pt idx="208">
                  <c:v>0.18470149253731344</c:v>
                </c:pt>
                <c:pt idx="209">
                  <c:v>0.17350746268656717</c:v>
                </c:pt>
                <c:pt idx="210">
                  <c:v>0.21455223880597016</c:v>
                </c:pt>
                <c:pt idx="211">
                  <c:v>0.20149253731343283</c:v>
                </c:pt>
                <c:pt idx="212">
                  <c:v>0.16091954022988506</c:v>
                </c:pt>
                <c:pt idx="213">
                  <c:v>0.1235632183908046</c:v>
                </c:pt>
                <c:pt idx="214">
                  <c:v>0.14080459770114942</c:v>
                </c:pt>
                <c:pt idx="215">
                  <c:v>0.14367816091954022</c:v>
                </c:pt>
                <c:pt idx="216">
                  <c:v>0.13649425287356323</c:v>
                </c:pt>
                <c:pt idx="217">
                  <c:v>0.14080459770114942</c:v>
                </c:pt>
                <c:pt idx="218">
                  <c:v>0.12931034482758622</c:v>
                </c:pt>
                <c:pt idx="219">
                  <c:v>0.15373563218390804</c:v>
                </c:pt>
                <c:pt idx="220">
                  <c:v>0.14511494252873564</c:v>
                </c:pt>
                <c:pt idx="221">
                  <c:v>0.14942528735632185</c:v>
                </c:pt>
                <c:pt idx="222">
                  <c:v>0.14080459770114942</c:v>
                </c:pt>
                <c:pt idx="223">
                  <c:v>0.14511494252873564</c:v>
                </c:pt>
                <c:pt idx="224">
                  <c:v>0.13505747126436782</c:v>
                </c:pt>
                <c:pt idx="225">
                  <c:v>0.15517241379310345</c:v>
                </c:pt>
                <c:pt idx="226">
                  <c:v>0.14798850574712644</c:v>
                </c:pt>
                <c:pt idx="227">
                  <c:v>0.13649425287356323</c:v>
                </c:pt>
                <c:pt idx="228">
                  <c:v>0.15373563218390804</c:v>
                </c:pt>
                <c:pt idx="229">
                  <c:v>0.16666666666666666</c:v>
                </c:pt>
                <c:pt idx="230">
                  <c:v>0.15660919540229884</c:v>
                </c:pt>
                <c:pt idx="231">
                  <c:v>0.1206896551724138</c:v>
                </c:pt>
                <c:pt idx="232">
                  <c:v>0.14080459770114942</c:v>
                </c:pt>
                <c:pt idx="233">
                  <c:v>0.16522988505747127</c:v>
                </c:pt>
                <c:pt idx="234">
                  <c:v>0.13649425287356323</c:v>
                </c:pt>
                <c:pt idx="235">
                  <c:v>0.15229885057471265</c:v>
                </c:pt>
                <c:pt idx="236">
                  <c:v>0.16954022988505746</c:v>
                </c:pt>
                <c:pt idx="237">
                  <c:v>0.18247126436781611</c:v>
                </c:pt>
                <c:pt idx="238">
                  <c:v>0.14942528735632185</c:v>
                </c:pt>
                <c:pt idx="239">
                  <c:v>0.18821839080459771</c:v>
                </c:pt>
                <c:pt idx="240">
                  <c:v>8.4196891191709838E-2</c:v>
                </c:pt>
                <c:pt idx="241">
                  <c:v>8.937823834196891E-2</c:v>
                </c:pt>
                <c:pt idx="242">
                  <c:v>0.10816062176165803</c:v>
                </c:pt>
                <c:pt idx="243">
                  <c:v>0.11010362694300518</c:v>
                </c:pt>
                <c:pt idx="244">
                  <c:v>0.10686528497409327</c:v>
                </c:pt>
                <c:pt idx="245">
                  <c:v>9.6502590673575125E-2</c:v>
                </c:pt>
                <c:pt idx="246">
                  <c:v>9.7797927461139897E-2</c:v>
                </c:pt>
                <c:pt idx="247">
                  <c:v>0.11204663212435233</c:v>
                </c:pt>
                <c:pt idx="248">
                  <c:v>9.7150259067357511E-2</c:v>
                </c:pt>
                <c:pt idx="249">
                  <c:v>0.10492227979274611</c:v>
                </c:pt>
                <c:pt idx="250">
                  <c:v>0.1133419689119171</c:v>
                </c:pt>
                <c:pt idx="251">
                  <c:v>0.11398963730569948</c:v>
                </c:pt>
                <c:pt idx="252">
                  <c:v>0.11658031088082901</c:v>
                </c:pt>
                <c:pt idx="253">
                  <c:v>0.10880829015544041</c:v>
                </c:pt>
                <c:pt idx="254">
                  <c:v>0.11981865284974093</c:v>
                </c:pt>
                <c:pt idx="255">
                  <c:v>0.1172279792746114</c:v>
                </c:pt>
                <c:pt idx="256">
                  <c:v>0.11139896373056994</c:v>
                </c:pt>
                <c:pt idx="257">
                  <c:v>0.1211139896373057</c:v>
                </c:pt>
                <c:pt idx="258">
                  <c:v>0.14119170984455959</c:v>
                </c:pt>
                <c:pt idx="259">
                  <c:v>0.11917098445595854</c:v>
                </c:pt>
                <c:pt idx="260">
                  <c:v>0.12564766839378239</c:v>
                </c:pt>
                <c:pt idx="261">
                  <c:v>8.4844559585492224E-2</c:v>
                </c:pt>
                <c:pt idx="262">
                  <c:v>0.11398963730569948</c:v>
                </c:pt>
                <c:pt idx="263">
                  <c:v>8.8082901554404139E-2</c:v>
                </c:pt>
                <c:pt idx="264">
                  <c:v>9.9093264248704668E-2</c:v>
                </c:pt>
                <c:pt idx="265">
                  <c:v>0.10297927461139897</c:v>
                </c:pt>
                <c:pt idx="266">
                  <c:v>9.2616580310880825E-2</c:v>
                </c:pt>
                <c:pt idx="267">
                  <c:v>0.10103626943005181</c:v>
                </c:pt>
                <c:pt idx="268">
                  <c:v>9.7797927461139897E-2</c:v>
                </c:pt>
                <c:pt idx="269">
                  <c:v>9.585492227979274E-2</c:v>
                </c:pt>
                <c:pt idx="270">
                  <c:v>0.11917098445595854</c:v>
                </c:pt>
                <c:pt idx="271">
                  <c:v>0.19863680623174293</c:v>
                </c:pt>
                <c:pt idx="272">
                  <c:v>0.20934761441090555</c:v>
                </c:pt>
                <c:pt idx="273">
                  <c:v>0.19279454722492698</c:v>
                </c:pt>
                <c:pt idx="274">
                  <c:v>0.19376825705939629</c:v>
                </c:pt>
                <c:pt idx="275">
                  <c:v>0.1830574488802337</c:v>
                </c:pt>
                <c:pt idx="276">
                  <c:v>0.19182083739045763</c:v>
                </c:pt>
                <c:pt idx="277">
                  <c:v>0.186952288218111</c:v>
                </c:pt>
                <c:pt idx="278">
                  <c:v>0.19474196689386564</c:v>
                </c:pt>
                <c:pt idx="279">
                  <c:v>0.186952288218111</c:v>
                </c:pt>
                <c:pt idx="280">
                  <c:v>0.16747809152872445</c:v>
                </c:pt>
                <c:pt idx="281">
                  <c:v>0.15579357351509251</c:v>
                </c:pt>
                <c:pt idx="282">
                  <c:v>0.16358325219084713</c:v>
                </c:pt>
                <c:pt idx="283">
                  <c:v>0.1665043816942551</c:v>
                </c:pt>
                <c:pt idx="284">
                  <c:v>0.14995131450827653</c:v>
                </c:pt>
                <c:pt idx="285">
                  <c:v>0.14216163583252192</c:v>
                </c:pt>
                <c:pt idx="286">
                  <c:v>0.16163583252190847</c:v>
                </c:pt>
                <c:pt idx="287">
                  <c:v>0.13047711781888996</c:v>
                </c:pt>
                <c:pt idx="288">
                  <c:v>0.1450827653359299</c:v>
                </c:pt>
                <c:pt idx="289">
                  <c:v>0.12852969814995133</c:v>
                </c:pt>
                <c:pt idx="290">
                  <c:v>0.12755598831548198</c:v>
                </c:pt>
                <c:pt idx="291">
                  <c:v>0.10126582278481013</c:v>
                </c:pt>
                <c:pt idx="292">
                  <c:v>0.10223953261927946</c:v>
                </c:pt>
                <c:pt idx="293">
                  <c:v>0.10223953261927946</c:v>
                </c:pt>
                <c:pt idx="294">
                  <c:v>8.7633885102239531E-2</c:v>
                </c:pt>
                <c:pt idx="295">
                  <c:v>9.8344693281402148E-2</c:v>
                </c:pt>
                <c:pt idx="296">
                  <c:v>8.9581304771178191E-2</c:v>
                </c:pt>
                <c:pt idx="297">
                  <c:v>6.621226874391431E-2</c:v>
                </c:pt>
                <c:pt idx="298">
                  <c:v>7.3028237585199607E-2</c:v>
                </c:pt>
                <c:pt idx="299">
                  <c:v>7.108081791626096E-2</c:v>
                </c:pt>
                <c:pt idx="300">
                  <c:v>6.91333982473223E-2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FCD-4536-8B0D-605AD1C290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39689119"/>
        <c:axId val="1839685791"/>
      </c:lineChart>
      <c:dateAx>
        <c:axId val="1839689119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39685791"/>
        <c:crosses val="autoZero"/>
        <c:auto val="1"/>
        <c:lblOffset val="100"/>
        <c:baseTimeUnit val="days"/>
      </c:dateAx>
      <c:valAx>
        <c:axId val="18396857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396891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[query_result_2026-03-08T10_33_33.412806Z.xlsx]Результат запроса!Сводная таблица1</c:name>
    <c:fmtId val="-1"/>
  </c:pivotSource>
  <c:chart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'Результат запроса'!$G$2:$G$3</c:f>
              <c:strCache>
                <c:ptCount val="1"/>
                <c:pt idx="0">
                  <c:v>Ammo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multiLvlStrRef>
              <c:f>'Результат запроса'!$F$4:$F$16</c:f>
              <c:multiLvlStrCache>
                <c:ptCount val="10"/>
                <c:lvl>
                  <c:pt idx="0">
                    <c:v>июл</c:v>
                  </c:pt>
                  <c:pt idx="1">
                    <c:v>авг</c:v>
                  </c:pt>
                  <c:pt idx="2">
                    <c:v>сен</c:v>
                  </c:pt>
                  <c:pt idx="3">
                    <c:v>окт</c:v>
                  </c:pt>
                  <c:pt idx="4">
                    <c:v>ноя</c:v>
                  </c:pt>
                  <c:pt idx="5">
                    <c:v>дек</c:v>
                  </c:pt>
                  <c:pt idx="6">
                    <c:v>янв</c:v>
                  </c:pt>
                  <c:pt idx="7">
                    <c:v>фев</c:v>
                  </c:pt>
                  <c:pt idx="8">
                    <c:v>мар</c:v>
                  </c:pt>
                  <c:pt idx="9">
                    <c:v>апр</c:v>
                  </c:pt>
                </c:lvl>
                <c:lvl>
                  <c:pt idx="0">
                    <c:v>2022</c:v>
                  </c:pt>
                  <c:pt idx="6">
                    <c:v>2023</c:v>
                  </c:pt>
                </c:lvl>
              </c:multiLvlStrCache>
            </c:multiLvlStrRef>
          </c:cat>
          <c:val>
            <c:numRef>
              <c:f>'Результат запроса'!$G$4:$G$16</c:f>
              <c:numCache>
                <c:formatCode>General</c:formatCode>
                <c:ptCount val="10"/>
                <c:pt idx="0">
                  <c:v>11500</c:v>
                </c:pt>
                <c:pt idx="1">
                  <c:v>14750</c:v>
                </c:pt>
                <c:pt idx="2">
                  <c:v>18500</c:v>
                </c:pt>
                <c:pt idx="3">
                  <c:v>16250</c:v>
                </c:pt>
                <c:pt idx="4">
                  <c:v>22250</c:v>
                </c:pt>
                <c:pt idx="5">
                  <c:v>11250</c:v>
                </c:pt>
                <c:pt idx="6">
                  <c:v>31000</c:v>
                </c:pt>
                <c:pt idx="7">
                  <c:v>32500</c:v>
                </c:pt>
                <c:pt idx="8">
                  <c:v>49000</c:v>
                </c:pt>
                <c:pt idx="9">
                  <c:v>16750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6EA-442F-95C1-55CCC806C4FE}"/>
            </c:ext>
          </c:extLst>
        </c:ser>
        <c:ser>
          <c:idx val="1"/>
          <c:order val="1"/>
          <c:tx>
            <c:strRef>
              <c:f>'Результат запроса'!$H$2:$H$3</c:f>
              <c:strCache>
                <c:ptCount val="1"/>
                <c:pt idx="0">
                  <c:v>Currency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multiLvlStrRef>
              <c:f>'Результат запроса'!$F$4:$F$16</c:f>
              <c:multiLvlStrCache>
                <c:ptCount val="10"/>
                <c:lvl>
                  <c:pt idx="0">
                    <c:v>июл</c:v>
                  </c:pt>
                  <c:pt idx="1">
                    <c:v>авг</c:v>
                  </c:pt>
                  <c:pt idx="2">
                    <c:v>сен</c:v>
                  </c:pt>
                  <c:pt idx="3">
                    <c:v>окт</c:v>
                  </c:pt>
                  <c:pt idx="4">
                    <c:v>ноя</c:v>
                  </c:pt>
                  <c:pt idx="5">
                    <c:v>дек</c:v>
                  </c:pt>
                  <c:pt idx="6">
                    <c:v>янв</c:v>
                  </c:pt>
                  <c:pt idx="7">
                    <c:v>фев</c:v>
                  </c:pt>
                  <c:pt idx="8">
                    <c:v>мар</c:v>
                  </c:pt>
                  <c:pt idx="9">
                    <c:v>апр</c:v>
                  </c:pt>
                </c:lvl>
                <c:lvl>
                  <c:pt idx="0">
                    <c:v>2022</c:v>
                  </c:pt>
                  <c:pt idx="6">
                    <c:v>2023</c:v>
                  </c:pt>
                </c:lvl>
              </c:multiLvlStrCache>
            </c:multiLvlStrRef>
          </c:cat>
          <c:val>
            <c:numRef>
              <c:f>'Результат запроса'!$H$4:$H$16</c:f>
              <c:numCache>
                <c:formatCode>General</c:formatCode>
                <c:ptCount val="10"/>
                <c:pt idx="0">
                  <c:v>12930</c:v>
                </c:pt>
                <c:pt idx="1">
                  <c:v>39170</c:v>
                </c:pt>
                <c:pt idx="2">
                  <c:v>25580</c:v>
                </c:pt>
                <c:pt idx="3">
                  <c:v>31280</c:v>
                </c:pt>
                <c:pt idx="4">
                  <c:v>24580</c:v>
                </c:pt>
                <c:pt idx="5">
                  <c:v>26730</c:v>
                </c:pt>
                <c:pt idx="6">
                  <c:v>49300</c:v>
                </c:pt>
                <c:pt idx="7">
                  <c:v>45180</c:v>
                </c:pt>
                <c:pt idx="8">
                  <c:v>106440</c:v>
                </c:pt>
                <c:pt idx="9">
                  <c:v>39800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6EA-442F-95C1-55CCC806C4FE}"/>
            </c:ext>
          </c:extLst>
        </c:ser>
        <c:ser>
          <c:idx val="2"/>
          <c:order val="2"/>
          <c:tx>
            <c:strRef>
              <c:f>'Результат запроса'!$I$2:$I$3</c:f>
              <c:strCache>
                <c:ptCount val="1"/>
                <c:pt idx="0">
                  <c:v>Materials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multiLvlStrRef>
              <c:f>'Результат запроса'!$F$4:$F$16</c:f>
              <c:multiLvlStrCache>
                <c:ptCount val="10"/>
                <c:lvl>
                  <c:pt idx="0">
                    <c:v>июл</c:v>
                  </c:pt>
                  <c:pt idx="1">
                    <c:v>авг</c:v>
                  </c:pt>
                  <c:pt idx="2">
                    <c:v>сен</c:v>
                  </c:pt>
                  <c:pt idx="3">
                    <c:v>окт</c:v>
                  </c:pt>
                  <c:pt idx="4">
                    <c:v>ноя</c:v>
                  </c:pt>
                  <c:pt idx="5">
                    <c:v>дек</c:v>
                  </c:pt>
                  <c:pt idx="6">
                    <c:v>янв</c:v>
                  </c:pt>
                  <c:pt idx="7">
                    <c:v>фев</c:v>
                  </c:pt>
                  <c:pt idx="8">
                    <c:v>мар</c:v>
                  </c:pt>
                  <c:pt idx="9">
                    <c:v>апр</c:v>
                  </c:pt>
                </c:lvl>
                <c:lvl>
                  <c:pt idx="0">
                    <c:v>2022</c:v>
                  </c:pt>
                  <c:pt idx="6">
                    <c:v>2023</c:v>
                  </c:pt>
                </c:lvl>
              </c:multiLvlStrCache>
            </c:multiLvlStrRef>
          </c:cat>
          <c:val>
            <c:numRef>
              <c:f>'Результат запроса'!$I$4:$I$16</c:f>
              <c:numCache>
                <c:formatCode>General</c:formatCode>
                <c:ptCount val="10"/>
                <c:pt idx="0">
                  <c:v>14700</c:v>
                </c:pt>
                <c:pt idx="1">
                  <c:v>11900</c:v>
                </c:pt>
                <c:pt idx="2">
                  <c:v>21800</c:v>
                </c:pt>
                <c:pt idx="3">
                  <c:v>18800</c:v>
                </c:pt>
                <c:pt idx="4">
                  <c:v>20400</c:v>
                </c:pt>
                <c:pt idx="5">
                  <c:v>18800</c:v>
                </c:pt>
                <c:pt idx="6">
                  <c:v>27000</c:v>
                </c:pt>
                <c:pt idx="7">
                  <c:v>30200</c:v>
                </c:pt>
                <c:pt idx="8">
                  <c:v>46500</c:v>
                </c:pt>
                <c:pt idx="9">
                  <c:v>26500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6EA-442F-95C1-55CCC806C4FE}"/>
            </c:ext>
          </c:extLst>
        </c:ser>
        <c:ser>
          <c:idx val="3"/>
          <c:order val="3"/>
          <c:tx>
            <c:strRef>
              <c:f>'Результат запроса'!$J$2:$J$3</c:f>
              <c:strCache>
                <c:ptCount val="1"/>
                <c:pt idx="0">
                  <c:v>Transport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multiLvlStrRef>
              <c:f>'Результат запроса'!$F$4:$F$16</c:f>
              <c:multiLvlStrCache>
                <c:ptCount val="10"/>
                <c:lvl>
                  <c:pt idx="0">
                    <c:v>июл</c:v>
                  </c:pt>
                  <c:pt idx="1">
                    <c:v>авг</c:v>
                  </c:pt>
                  <c:pt idx="2">
                    <c:v>сен</c:v>
                  </c:pt>
                  <c:pt idx="3">
                    <c:v>окт</c:v>
                  </c:pt>
                  <c:pt idx="4">
                    <c:v>ноя</c:v>
                  </c:pt>
                  <c:pt idx="5">
                    <c:v>дек</c:v>
                  </c:pt>
                  <c:pt idx="6">
                    <c:v>янв</c:v>
                  </c:pt>
                  <c:pt idx="7">
                    <c:v>фев</c:v>
                  </c:pt>
                  <c:pt idx="8">
                    <c:v>мар</c:v>
                  </c:pt>
                  <c:pt idx="9">
                    <c:v>апр</c:v>
                  </c:pt>
                </c:lvl>
                <c:lvl>
                  <c:pt idx="0">
                    <c:v>2022</c:v>
                  </c:pt>
                  <c:pt idx="6">
                    <c:v>2023</c:v>
                  </c:pt>
                </c:lvl>
              </c:multiLvlStrCache>
            </c:multiLvlStrRef>
          </c:cat>
          <c:val>
            <c:numRef>
              <c:f>'Результат запроса'!$J$4:$J$16</c:f>
              <c:numCache>
                <c:formatCode>General</c:formatCode>
                <c:ptCount val="10"/>
                <c:pt idx="0">
                  <c:v>9485</c:v>
                </c:pt>
                <c:pt idx="1">
                  <c:v>11681</c:v>
                </c:pt>
                <c:pt idx="2">
                  <c:v>5291</c:v>
                </c:pt>
                <c:pt idx="3">
                  <c:v>9584</c:v>
                </c:pt>
                <c:pt idx="4">
                  <c:v>10782</c:v>
                </c:pt>
                <c:pt idx="5">
                  <c:v>5691</c:v>
                </c:pt>
                <c:pt idx="6">
                  <c:v>15374</c:v>
                </c:pt>
                <c:pt idx="7">
                  <c:v>15374</c:v>
                </c:pt>
                <c:pt idx="8">
                  <c:v>13578</c:v>
                </c:pt>
                <c:pt idx="9">
                  <c:v>10281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6EA-442F-95C1-55CCC806C4FE}"/>
            </c:ext>
          </c:extLst>
        </c:ser>
        <c:ser>
          <c:idx val="4"/>
          <c:order val="4"/>
          <c:tx>
            <c:strRef>
              <c:f>'Результат запроса'!$K$2:$K$3</c:f>
              <c:strCache>
                <c:ptCount val="1"/>
                <c:pt idx="0">
                  <c:v>Weapon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multiLvlStrRef>
              <c:f>'Результат запроса'!$F$4:$F$16</c:f>
              <c:multiLvlStrCache>
                <c:ptCount val="10"/>
                <c:lvl>
                  <c:pt idx="0">
                    <c:v>июл</c:v>
                  </c:pt>
                  <c:pt idx="1">
                    <c:v>авг</c:v>
                  </c:pt>
                  <c:pt idx="2">
                    <c:v>сен</c:v>
                  </c:pt>
                  <c:pt idx="3">
                    <c:v>окт</c:v>
                  </c:pt>
                  <c:pt idx="4">
                    <c:v>ноя</c:v>
                  </c:pt>
                  <c:pt idx="5">
                    <c:v>дек</c:v>
                  </c:pt>
                  <c:pt idx="6">
                    <c:v>янв</c:v>
                  </c:pt>
                  <c:pt idx="7">
                    <c:v>фев</c:v>
                  </c:pt>
                  <c:pt idx="8">
                    <c:v>мар</c:v>
                  </c:pt>
                  <c:pt idx="9">
                    <c:v>апр</c:v>
                  </c:pt>
                </c:lvl>
                <c:lvl>
                  <c:pt idx="0">
                    <c:v>2022</c:v>
                  </c:pt>
                  <c:pt idx="6">
                    <c:v>2023</c:v>
                  </c:pt>
                </c:lvl>
              </c:multiLvlStrCache>
            </c:multiLvlStrRef>
          </c:cat>
          <c:val>
            <c:numRef>
              <c:f>'Результат запроса'!$K$4:$K$16</c:f>
              <c:numCache>
                <c:formatCode>General</c:formatCode>
                <c:ptCount val="10"/>
                <c:pt idx="0">
                  <c:v>798</c:v>
                </c:pt>
                <c:pt idx="1">
                  <c:v>1270</c:v>
                </c:pt>
                <c:pt idx="2">
                  <c:v>2039</c:v>
                </c:pt>
                <c:pt idx="3">
                  <c:v>599</c:v>
                </c:pt>
                <c:pt idx="4">
                  <c:v>1807</c:v>
                </c:pt>
                <c:pt idx="5">
                  <c:v>609</c:v>
                </c:pt>
                <c:pt idx="6">
                  <c:v>4064</c:v>
                </c:pt>
                <c:pt idx="7">
                  <c:v>1258</c:v>
                </c:pt>
                <c:pt idx="8">
                  <c:v>3670</c:v>
                </c:pt>
                <c:pt idx="9">
                  <c:v>1669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56EA-442F-95C1-55CCC806C4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2876031"/>
        <c:axId val="32863135"/>
      </c:lineChart>
      <c:catAx>
        <c:axId val="328760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2863135"/>
        <c:crosses val="autoZero"/>
        <c:auto val="1"/>
        <c:lblAlgn val="ctr"/>
        <c:lblOffset val="100"/>
        <c:noMultiLvlLbl val="0"/>
      </c:catAx>
      <c:valAx>
        <c:axId val="32863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28760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'[query_result_2026-03-09T07_55_25.715399Z.xlsx]Результат запроса'!$B$2:$B$101</cx:f>
        <cx:lvl ptCount="100" formatCode="Основной">
          <cx:pt idx="0">5600</cx:pt>
          <cx:pt idx="1">5000</cx:pt>
          <cx:pt idx="2">5000</cx:pt>
          <cx:pt idx="3">4800</cx:pt>
          <cx:pt idx="4">4200</cx:pt>
          <cx:pt idx="5">4200</cx:pt>
          <cx:pt idx="6">4000</cx:pt>
          <cx:pt idx="7">4000</cx:pt>
          <cx:pt idx="8">4000</cx:pt>
          <cx:pt idx="9">4000</cx:pt>
          <cx:pt idx="10">4000</cx:pt>
          <cx:pt idx="11">3200</cx:pt>
          <cx:pt idx="12">3200</cx:pt>
          <cx:pt idx="13">3000</cx:pt>
          <cx:pt idx="14">3000</cx:pt>
          <cx:pt idx="15">3000</cx:pt>
          <cx:pt idx="16">3000</cx:pt>
          <cx:pt idx="17">2800</cx:pt>
          <cx:pt idx="18">2800</cx:pt>
          <cx:pt idx="19">2800</cx:pt>
          <cx:pt idx="20">2800</cx:pt>
          <cx:pt idx="21">2800</cx:pt>
          <cx:pt idx="22">2800</cx:pt>
          <cx:pt idx="23">2800</cx:pt>
          <cx:pt idx="24">2800</cx:pt>
          <cx:pt idx="25">2800</cx:pt>
          <cx:pt idx="26">2800</cx:pt>
          <cx:pt idx="27">2800</cx:pt>
          <cx:pt idx="28">2495</cx:pt>
          <cx:pt idx="29">2495</cx:pt>
          <cx:pt idx="30">2400</cx:pt>
          <cx:pt idx="31">2400</cx:pt>
          <cx:pt idx="32">2400</cx:pt>
          <cx:pt idx="33">2400</cx:pt>
          <cx:pt idx="34">2400</cx:pt>
          <cx:pt idx="35">2100</cx:pt>
          <cx:pt idx="36">2100</cx:pt>
          <cx:pt idx="37">2100</cx:pt>
          <cx:pt idx="38">2100</cx:pt>
          <cx:pt idx="39">2000</cx:pt>
          <cx:pt idx="40">2000</cx:pt>
          <cx:pt idx="41">2000</cx:pt>
          <cx:pt idx="42">2000</cx:pt>
          <cx:pt idx="43">2000</cx:pt>
          <cx:pt idx="44">2000</cx:pt>
          <cx:pt idx="45">2000</cx:pt>
          <cx:pt idx="46">2000</cx:pt>
          <cx:pt idx="47">2000</cx:pt>
          <cx:pt idx="48">2000</cx:pt>
          <cx:pt idx="49">2000</cx:pt>
          <cx:pt idx="50">2000</cx:pt>
          <cx:pt idx="51">2000</cx:pt>
          <cx:pt idx="52">2000</cx:pt>
          <cx:pt idx="53">2000</cx:pt>
          <cx:pt idx="54">2000</cx:pt>
          <cx:pt idx="55">2000</cx:pt>
          <cx:pt idx="56">2000</cx:pt>
          <cx:pt idx="57">2000</cx:pt>
          <cx:pt idx="58">1996</cx:pt>
          <cx:pt idx="59">1866.6666666666667</cx:pt>
          <cx:pt idx="60">1800</cx:pt>
          <cx:pt idx="61">1600</cx:pt>
          <cx:pt idx="62">1600</cx:pt>
          <cx:pt idx="63">1600</cx:pt>
          <cx:pt idx="64">1600</cx:pt>
          <cx:pt idx="65">1600</cx:pt>
          <cx:pt idx="66">1600</cx:pt>
          <cx:pt idx="67">1600</cx:pt>
          <cx:pt idx="68">1600</cx:pt>
          <cx:pt idx="69">1600</cx:pt>
          <cx:pt idx="70">1600</cx:pt>
          <cx:pt idx="71">1600</cx:pt>
          <cx:pt idx="72">1600</cx:pt>
          <cx:pt idx="73">1600</cx:pt>
          <cx:pt idx="74">1500</cx:pt>
          <cx:pt idx="75">1500</cx:pt>
          <cx:pt idx="76">1500</cx:pt>
          <cx:pt idx="77">1500</cx:pt>
          <cx:pt idx="78">1497</cx:pt>
          <cx:pt idx="79">1497</cx:pt>
          <cx:pt idx="80">1400</cx:pt>
          <cx:pt idx="81">1400</cx:pt>
          <cx:pt idx="82">1400</cx:pt>
          <cx:pt idx="83">1400</cx:pt>
          <cx:pt idx="84">1400</cx:pt>
          <cx:pt idx="85">1400</cx:pt>
          <cx:pt idx="86">1400</cx:pt>
          <cx:pt idx="87">1400</cx:pt>
          <cx:pt idx="88">1400</cx:pt>
          <cx:pt idx="89">1400</cx:pt>
          <cx:pt idx="90">1400</cx:pt>
          <cx:pt idx="91">1400</cx:pt>
          <cx:pt idx="92">1400</cx:pt>
          <cx:pt idx="93">1400</cx:pt>
          <cx:pt idx="94">1400</cx:pt>
          <cx:pt idx="95">1400</cx:pt>
          <cx:pt idx="96">1400</cx:pt>
          <cx:pt idx="97">1400</cx:pt>
          <cx:pt idx="98">1400</cx:pt>
          <cx:pt idx="99">1400</cx:pt>
        </cx:lvl>
      </cx:numDim>
    </cx:data>
  </cx:chartData>
  <cx:chart>
    <cx:title pos="t" align="ctr" overlay="0">
      <cx:tx>
        <cx:rich>
          <a:bodyPr spcFirstLastPara="1" vertOverflow="ellipsis" wrap="square" lIns="0" tIns="0" rIns="0" bIns="0" anchor="ctr" anchorCtr="1"/>
          <a:lstStyle/>
          <a:p>
            <a:pPr algn="ctr">
              <a:defRPr/>
            </a:pPr>
            <a:r>
              <a:rPr lang="ru-RU"/>
              <a:t>Распределение средних платежей</a:t>
            </a:r>
          </a:p>
        </cx:rich>
      </cx:tx>
    </cx:title>
    <cx:plotArea>
      <cx:plotAreaRegion>
        <cx:series layoutId="clusteredColumn" uniqueId="{CE8F8768-D8EA-4709-B7D0-D65A3A1780BD}">
          <cx:tx>
            <cx:txData>
              <cx:f>'[query_result_2026-03-09T07_55_25.715399Z.xlsx]Результат запроса'!$B$1</cx:f>
              <cx:v/>
            </cx:txData>
          </cx:tx>
          <cx:dataId val="0"/>
          <cx:layoutPr>
            <cx:binning intervalClosed="r"/>
          </cx:layoutPr>
        </cx:series>
      </cx:plotAreaRegion>
      <cx:axis id="0">
        <cx:catScaling gapWidth="0"/>
        <cx:tickLabels/>
      </cx:axis>
      <cx:axis id="1">
        <cx:valScaling/>
        <cx:majorGridlines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/>
      </a:solidFill>
    </cs:spPr>
  </cs:downBar>
  <cs:dropLine>
    <cs:lnRef idx="0"/>
    <cs:fillRef idx="0"/>
    <cs:effectRef idx="0"/>
    <cs:fontRef idx="minor">
      <a:schemeClr val="tx1"/>
    </cs:fontRef>
  </cs:dropLine>
  <cs:errorBar>
    <cs:lnRef idx="0"/>
    <cs:fillRef idx="0"/>
    <cs:effectRef idx="0"/>
    <cs:fontRef idx="minor">
      <a:schemeClr val="tx1"/>
    </cs:fontRef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tx1">
            <a:lumMod val="15000"/>
            <a:lumOff val="85000"/>
            <a:lumOff val="1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</cs:hiLoLine>
  <cs:leaderLine>
    <cs:lnRef idx="0"/>
    <cs:fillRef idx="0"/>
    <cs:effectRef idx="0"/>
    <cs:fontRef idx="minor">
      <a:schemeClr val="tx1"/>
    </cs:fontRef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D2C4E-4ADC-4F4A-87DE-ED70A5644724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D8CB7-A5B8-4966-B972-6044A5227D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2363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D2C4E-4ADC-4F4A-87DE-ED70A5644724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D8CB7-A5B8-4966-B972-6044A5227D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2302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D2C4E-4ADC-4F4A-87DE-ED70A5644724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D8CB7-A5B8-4966-B972-6044A5227D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2966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D2C4E-4ADC-4F4A-87DE-ED70A5644724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D8CB7-A5B8-4966-B972-6044A5227D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6300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D2C4E-4ADC-4F4A-87DE-ED70A5644724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D8CB7-A5B8-4966-B972-6044A5227D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0587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D2C4E-4ADC-4F4A-87DE-ED70A5644724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D8CB7-A5B8-4966-B972-6044A5227D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2261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D2C4E-4ADC-4F4A-87DE-ED70A5644724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D8CB7-A5B8-4966-B972-6044A5227D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9248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D2C4E-4ADC-4F4A-87DE-ED70A5644724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D8CB7-A5B8-4966-B972-6044A5227D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0414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D2C4E-4ADC-4F4A-87DE-ED70A5644724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D8CB7-A5B8-4966-B972-6044A5227D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4776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D2C4E-4ADC-4F4A-87DE-ED70A5644724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D8CB7-A5B8-4966-B972-6044A5227D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7384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D2C4E-4ADC-4F4A-87DE-ED70A5644724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D8CB7-A5B8-4966-B972-6044A5227D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1109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AD2C4E-4ADC-4F4A-87DE-ED70A5644724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3D8CB7-A5B8-4966-B972-6044A5227D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3358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mtClean="0"/>
              <a:t>Анализ </a:t>
            </a:r>
            <a:r>
              <a:rPr lang="ru-RU" smtClean="0"/>
              <a:t>игры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3138127"/>
          </a:xfrm>
        </p:spPr>
        <p:txBody>
          <a:bodyPr>
            <a:normAutofit lnSpcReduction="10000"/>
          </a:bodyPr>
          <a:lstStyle/>
          <a:p>
            <a:pPr marL="457200" indent="-457200">
              <a:buAutoNum type="arabicPeriod"/>
            </a:pPr>
            <a:r>
              <a:rPr lang="ru-RU" dirty="0" smtClean="0"/>
              <a:t>Общие показатели игры</a:t>
            </a:r>
          </a:p>
          <a:p>
            <a:pPr marL="457200" indent="-457200">
              <a:buAutoNum type="arabicPeriod"/>
            </a:pPr>
            <a:r>
              <a:rPr lang="ru-RU" dirty="0" smtClean="0"/>
              <a:t>Технические проблемы в игре</a:t>
            </a:r>
          </a:p>
          <a:p>
            <a:pPr marL="457200" indent="-457200">
              <a:buAutoNum type="arabicPeriod"/>
            </a:pPr>
            <a:r>
              <a:rPr lang="ru-RU" dirty="0" smtClean="0"/>
              <a:t>Результаты маркетинговой акции</a:t>
            </a:r>
          </a:p>
          <a:p>
            <a:pPr marL="457200" indent="-457200">
              <a:buAutoNum type="arabicPeriod"/>
            </a:pPr>
            <a:r>
              <a:rPr lang="ru-RU" dirty="0" smtClean="0"/>
              <a:t>Финансовые метрики</a:t>
            </a:r>
          </a:p>
          <a:p>
            <a:pPr marL="457200" indent="-457200">
              <a:buAutoNum type="arabicPeriod"/>
            </a:pPr>
            <a:r>
              <a:rPr lang="en-US" dirty="0" smtClean="0"/>
              <a:t>K – factor</a:t>
            </a:r>
            <a:endParaRPr lang="ru-RU" dirty="0" smtClean="0"/>
          </a:p>
          <a:p>
            <a:pPr marL="457200" indent="-457200">
              <a:buAutoNum type="arabicPeriod"/>
            </a:pPr>
            <a:r>
              <a:rPr lang="ru-RU" dirty="0" smtClean="0"/>
              <a:t>Новый канал привлечения</a:t>
            </a:r>
          </a:p>
          <a:p>
            <a:pPr marL="457200" indent="-457200">
              <a:buAutoNum type="arabicPeriod"/>
            </a:pPr>
            <a:r>
              <a:rPr lang="ru-RU" dirty="0" smtClean="0"/>
              <a:t>Лояльный пользователь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58202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13123"/>
            <a:ext cx="10515600" cy="989813"/>
          </a:xfrm>
        </p:spPr>
        <p:txBody>
          <a:bodyPr>
            <a:normAutofit/>
          </a:bodyPr>
          <a:lstStyle/>
          <a:p>
            <a:r>
              <a:rPr lang="ru-RU" sz="3600" dirty="0" smtClean="0"/>
              <a:t>Общие показатели игры</a:t>
            </a:r>
            <a:endParaRPr lang="ru-RU" sz="3600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9417888"/>
              </p:ext>
            </p:extLst>
          </p:nvPr>
        </p:nvGraphicFramePr>
        <p:xfrm>
          <a:off x="838200" y="1102936"/>
          <a:ext cx="10515603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148624233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3055728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753525738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73512901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63505174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55164884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195809647"/>
                    </a:ext>
                  </a:extLst>
                </a:gridCol>
              </a:tblGrid>
              <a:tr h="1695377">
                <a:tc>
                  <a:txBody>
                    <a:bodyPr/>
                    <a:lstStyle/>
                    <a:p>
                      <a:r>
                        <a:rPr lang="ru-RU" dirty="0" smtClean="0"/>
                        <a:t>Количество пользователей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Количество игровых сессий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Количество игровых сессий</a:t>
                      </a:r>
                      <a:r>
                        <a:rPr lang="ru-RU" baseline="0" dirty="0" smtClean="0"/>
                        <a:t> больше 5 минут</a:t>
                      </a:r>
                      <a:endParaRPr lang="ru-RU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Доля сессий</a:t>
                      </a:r>
                      <a:r>
                        <a:rPr lang="ru-RU" baseline="0" dirty="0" smtClean="0"/>
                        <a:t> больше 5 минут</a:t>
                      </a:r>
                      <a:endParaRPr lang="ru-RU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Средняя</a:t>
                      </a:r>
                      <a:r>
                        <a:rPr lang="ru-RU" baseline="0" dirty="0" smtClean="0"/>
                        <a:t> длительность</a:t>
                      </a:r>
                      <a:r>
                        <a:rPr lang="ru-RU" dirty="0" smtClean="0"/>
                        <a:t> игровых сессий</a:t>
                      </a:r>
                      <a:r>
                        <a:rPr lang="ru-RU" baseline="0" dirty="0" smtClean="0"/>
                        <a:t> больше 5 минут (февраль)</a:t>
                      </a:r>
                      <a:endParaRPr lang="ru-RU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Средняя</a:t>
                      </a:r>
                      <a:r>
                        <a:rPr lang="ru-RU" baseline="0" dirty="0" smtClean="0"/>
                        <a:t> длительность</a:t>
                      </a:r>
                      <a:r>
                        <a:rPr lang="ru-RU" dirty="0" smtClean="0"/>
                        <a:t> игровых сессий</a:t>
                      </a:r>
                      <a:r>
                        <a:rPr lang="ru-RU" baseline="0" dirty="0" smtClean="0"/>
                        <a:t> больше 5 минут</a:t>
                      </a:r>
                      <a:endParaRPr lang="ru-RU" dirty="0" smtClean="0"/>
                    </a:p>
                    <a:p>
                      <a:r>
                        <a:rPr lang="ru-RU" dirty="0" smtClean="0"/>
                        <a:t>(март)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Доля длительности сессий больше 1 часа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5800063"/>
                  </a:ext>
                </a:extLst>
              </a:tr>
              <a:tr h="312532">
                <a:tc>
                  <a:txBody>
                    <a:bodyPr/>
                    <a:lstStyle/>
                    <a:p>
                      <a:r>
                        <a:rPr lang="ru-RU" dirty="0" smtClean="0"/>
                        <a:t>3078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27161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19357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0,8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 (часа)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 (часов)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0,7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9690166"/>
                  </a:ext>
                </a:extLst>
              </a:tr>
            </a:tbl>
          </a:graphicData>
        </a:graphic>
      </p:graphicFrame>
      <p:graphicFrame>
        <p:nvGraphicFramePr>
          <p:cNvPr id="5" name="Диаграмма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08455791"/>
              </p:ext>
            </p:extLst>
          </p:nvPr>
        </p:nvGraphicFramePr>
        <p:xfrm>
          <a:off x="2777420" y="3480377"/>
          <a:ext cx="6467475" cy="33776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082182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Количество регистраций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3953332"/>
              </p:ext>
            </p:extLst>
          </p:nvPr>
        </p:nvGraphicFramePr>
        <p:xfrm>
          <a:off x="838200" y="1825625"/>
          <a:ext cx="10515600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400">
                  <a:extLst>
                    <a:ext uri="{9D8B030D-6E8A-4147-A177-3AD203B41FA5}">
                      <a16:colId xmlns:a16="http://schemas.microsoft.com/office/drawing/2014/main" val="1875017003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497397914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712965495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456865218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4155617476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806525662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002138801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649594904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9383053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Июль 2022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Август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Сентябрь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Октябрь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Ноябрь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Декабрь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Январь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Февраль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Март 2023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653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259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235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257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263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255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255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415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458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681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4465911"/>
                  </a:ext>
                </a:extLst>
              </a:tr>
            </a:tbl>
          </a:graphicData>
        </a:graphic>
      </p:graphicFrame>
      <p:graphicFrame>
        <p:nvGraphicFramePr>
          <p:cNvPr id="6" name="Диаграмма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03178958"/>
              </p:ext>
            </p:extLst>
          </p:nvPr>
        </p:nvGraphicFramePr>
        <p:xfrm>
          <a:off x="2156872" y="2836545"/>
          <a:ext cx="7067550" cy="3847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01847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Технические проблемы в игре</a:t>
            </a:r>
            <a:endParaRPr lang="ru-RU" dirty="0"/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9301061"/>
              </p:ext>
            </p:extLst>
          </p:nvPr>
        </p:nvGraphicFramePr>
        <p:xfrm>
          <a:off x="5183188" y="987425"/>
          <a:ext cx="6172200" cy="331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3050">
                  <a:extLst>
                    <a:ext uri="{9D8B030D-6E8A-4147-A177-3AD203B41FA5}">
                      <a16:colId xmlns:a16="http://schemas.microsoft.com/office/drawing/2014/main" val="433505178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3538598986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3826877403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39673352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Тип устройства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Доля проблемных записей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Процент проблемных записей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4638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IOS</a:t>
                      </a:r>
                      <a:endParaRPr lang="ru-RU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0,19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19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751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ANDROID</a:t>
                      </a:r>
                      <a:endParaRPr lang="ru-RU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0,0075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5994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Тип устройства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Количество сессий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Проблемные сессии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Частота появления проблем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2086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IOS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16773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3184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19%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990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ANDROID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10388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1%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1735080"/>
                  </a:ext>
                </a:extLst>
              </a:tr>
            </a:tbl>
          </a:graphicData>
        </a:graphic>
      </p:graphicFrame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r>
              <a:rPr lang="ru-RU" dirty="0" smtClean="0"/>
              <a:t>Мы </a:t>
            </a:r>
            <a:r>
              <a:rPr lang="ru-RU" dirty="0"/>
              <a:t>видим что </a:t>
            </a:r>
            <a:r>
              <a:rPr lang="ru-RU" dirty="0" smtClean="0"/>
              <a:t> </a:t>
            </a:r>
            <a:r>
              <a:rPr lang="en-US" dirty="0" smtClean="0"/>
              <a:t>19</a:t>
            </a:r>
            <a:r>
              <a:rPr lang="ru-RU" dirty="0" smtClean="0"/>
              <a:t>% </a:t>
            </a:r>
            <a:r>
              <a:rPr lang="ru-RU" dirty="0"/>
              <a:t>проблем с заполнением полей </a:t>
            </a:r>
            <a:r>
              <a:rPr lang="ru-RU" dirty="0" err="1"/>
              <a:t>end_session</a:t>
            </a:r>
            <a:r>
              <a:rPr lang="ru-RU" dirty="0"/>
              <a:t> возникло на устройствах "</a:t>
            </a:r>
            <a:r>
              <a:rPr lang="ru-RU" dirty="0" err="1"/>
              <a:t>ios</a:t>
            </a:r>
            <a:r>
              <a:rPr lang="ru-RU" dirty="0"/>
              <a:t>" и всего </a:t>
            </a:r>
            <a:r>
              <a:rPr lang="ru-RU" dirty="0" smtClean="0"/>
              <a:t>лишь </a:t>
            </a:r>
            <a:r>
              <a:rPr lang="ru-RU" dirty="0"/>
              <a:t>1% на устройствах "</a:t>
            </a:r>
            <a:r>
              <a:rPr lang="ru-RU" dirty="0" err="1"/>
              <a:t>android</a:t>
            </a:r>
            <a:r>
              <a:rPr lang="ru-RU" dirty="0"/>
              <a:t>". </a:t>
            </a:r>
            <a:endParaRPr lang="en-US" dirty="0" smtClean="0"/>
          </a:p>
          <a:p>
            <a:r>
              <a:rPr lang="ru-RU" dirty="0" smtClean="0"/>
              <a:t>Поэтому </a:t>
            </a:r>
            <a:r>
              <a:rPr lang="ru-RU" dirty="0"/>
              <a:t>необходимо провести дополнительное исследование для устройств на "</a:t>
            </a:r>
            <a:r>
              <a:rPr lang="ru-RU" dirty="0" err="1"/>
              <a:t>ios</a:t>
            </a:r>
            <a:r>
              <a:rPr lang="ru-RU" dirty="0"/>
              <a:t>", чтобы выяснить причину такой разницы с "</a:t>
            </a:r>
            <a:r>
              <a:rPr lang="ru-RU" dirty="0" err="1"/>
              <a:t>android</a:t>
            </a:r>
            <a:r>
              <a:rPr lang="ru-RU" dirty="0"/>
              <a:t>".</a:t>
            </a:r>
          </a:p>
        </p:txBody>
      </p:sp>
    </p:spTree>
    <p:extLst>
      <p:ext uri="{BB962C8B-B14F-4D97-AF65-F5344CB8AC3E}">
        <p14:creationId xmlns:p14="http://schemas.microsoft.com/office/powerpoint/2010/main" val="4208089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300" dirty="0"/>
              <a:t>Результаты маркетинговой акции март 2023</a:t>
            </a:r>
          </a:p>
        </p:txBody>
      </p:sp>
      <p:graphicFrame>
        <p:nvGraphicFramePr>
          <p:cNvPr id="4" name="Объект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660968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84482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300" dirty="0"/>
              <a:t>Результаты маркетинговой акции март 2023</a:t>
            </a:r>
          </a:p>
        </p:txBody>
      </p:sp>
      <p:graphicFrame>
        <p:nvGraphicFramePr>
          <p:cNvPr id="5" name="Объект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32260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14333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319752"/>
          </a:xfrm>
        </p:spPr>
        <p:txBody>
          <a:bodyPr>
            <a:normAutofit/>
          </a:bodyPr>
          <a:lstStyle/>
          <a:p>
            <a:r>
              <a:rPr lang="ru-RU" dirty="0" smtClean="0"/>
              <a:t>Бонусы за проведённое время в игре</a:t>
            </a:r>
            <a:br>
              <a:rPr lang="ru-RU" dirty="0" smtClean="0"/>
            </a:br>
            <a:r>
              <a:rPr lang="ru-RU" sz="2200" dirty="0"/>
              <a:t>25 самых вовлечённых игроков проводят в игре от 81,5 часа до 162,5 часов. </a:t>
            </a:r>
            <a:r>
              <a:rPr lang="ru-RU" sz="2200" dirty="0" smtClean="0"/>
              <a:t/>
            </a:r>
            <a:br>
              <a:rPr lang="ru-RU" sz="2200" dirty="0" smtClean="0"/>
            </a:br>
            <a:r>
              <a:rPr lang="ru-RU" sz="2200" dirty="0" smtClean="0"/>
              <a:t>Они </a:t>
            </a:r>
            <a:r>
              <a:rPr lang="ru-RU" sz="2200" dirty="0"/>
              <a:t>получат бонус.</a:t>
            </a:r>
          </a:p>
        </p:txBody>
      </p:sp>
      <p:graphicFrame>
        <p:nvGraphicFramePr>
          <p:cNvPr id="7" name="Объект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2292344"/>
              </p:ext>
            </p:extLst>
          </p:nvPr>
        </p:nvGraphicFramePr>
        <p:xfrm>
          <a:off x="838200" y="1404594"/>
          <a:ext cx="10515600" cy="52419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01377025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29908687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2392332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84431301"/>
                    </a:ext>
                  </a:extLst>
                </a:gridCol>
              </a:tblGrid>
              <a:tr h="403227">
                <a:tc>
                  <a:txBody>
                    <a:bodyPr/>
                    <a:lstStyle/>
                    <a:p>
                      <a:r>
                        <a:rPr lang="ru-RU" dirty="0" smtClean="0"/>
                        <a:t>Номер игрока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Проведённое время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Номер игрока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Проведённое время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4999737"/>
                  </a:ext>
                </a:extLst>
              </a:tr>
              <a:tr h="403227">
                <a:tc>
                  <a:txBody>
                    <a:bodyPr/>
                    <a:lstStyle/>
                    <a:p>
                      <a:r>
                        <a:rPr lang="ru-RU" dirty="0" smtClean="0"/>
                        <a:t>2902744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9753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2901648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6704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4452628"/>
                  </a:ext>
                </a:extLst>
              </a:tr>
              <a:tr h="403227">
                <a:tc>
                  <a:txBody>
                    <a:bodyPr/>
                    <a:lstStyle/>
                    <a:p>
                      <a:r>
                        <a:rPr lang="ru-RU" dirty="0" smtClean="0"/>
                        <a:t>2903516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8419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2902723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6268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438719"/>
                  </a:ext>
                </a:extLst>
              </a:tr>
              <a:tr h="403227">
                <a:tc>
                  <a:txBody>
                    <a:bodyPr/>
                    <a:lstStyle/>
                    <a:p>
                      <a:r>
                        <a:rPr lang="ru-RU" dirty="0" smtClean="0"/>
                        <a:t>2901980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7816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2901672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6169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5118478"/>
                  </a:ext>
                </a:extLst>
              </a:tr>
              <a:tr h="403227">
                <a:tc>
                  <a:txBody>
                    <a:bodyPr/>
                    <a:lstStyle/>
                    <a:p>
                      <a:r>
                        <a:rPr lang="ru-RU" dirty="0" smtClean="0"/>
                        <a:t>2901943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7809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2901519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5802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954087"/>
                  </a:ext>
                </a:extLst>
              </a:tr>
              <a:tr h="403227">
                <a:tc>
                  <a:txBody>
                    <a:bodyPr/>
                    <a:lstStyle/>
                    <a:p>
                      <a:r>
                        <a:rPr lang="ru-RU" dirty="0" smtClean="0"/>
                        <a:t>2902753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7649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2903986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5724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436574"/>
                  </a:ext>
                </a:extLst>
              </a:tr>
              <a:tr h="403227">
                <a:tc>
                  <a:txBody>
                    <a:bodyPr/>
                    <a:lstStyle/>
                    <a:p>
                      <a:r>
                        <a:rPr lang="ru-RU" dirty="0" smtClean="0"/>
                        <a:t>2903006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7292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2903106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5550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5615170"/>
                  </a:ext>
                </a:extLst>
              </a:tr>
              <a:tr h="403227">
                <a:tc>
                  <a:txBody>
                    <a:bodyPr/>
                    <a:lstStyle/>
                    <a:p>
                      <a:r>
                        <a:rPr lang="ru-RU" dirty="0" smtClean="0"/>
                        <a:t>2901218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7189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2902358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5417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4219462"/>
                  </a:ext>
                </a:extLst>
              </a:tr>
              <a:tr h="403227">
                <a:tc>
                  <a:txBody>
                    <a:bodyPr/>
                    <a:lstStyle/>
                    <a:p>
                      <a:r>
                        <a:rPr lang="ru-RU" dirty="0" smtClean="0"/>
                        <a:t>2901168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7132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2901282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5274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5574021"/>
                  </a:ext>
                </a:extLst>
              </a:tr>
              <a:tr h="403227">
                <a:tc>
                  <a:txBody>
                    <a:bodyPr/>
                    <a:lstStyle/>
                    <a:p>
                      <a:r>
                        <a:rPr lang="ru-RU" dirty="0" smtClean="0"/>
                        <a:t>2903361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7115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2901611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5089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3864847"/>
                  </a:ext>
                </a:extLst>
              </a:tr>
              <a:tr h="403227">
                <a:tc>
                  <a:txBody>
                    <a:bodyPr/>
                    <a:lstStyle/>
                    <a:p>
                      <a:r>
                        <a:rPr lang="ru-RU" dirty="0" smtClean="0"/>
                        <a:t>2902442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6823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2903797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5059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2874977"/>
                  </a:ext>
                </a:extLst>
              </a:tr>
              <a:tr h="403227">
                <a:tc>
                  <a:txBody>
                    <a:bodyPr/>
                    <a:lstStyle/>
                    <a:p>
                      <a:r>
                        <a:rPr lang="ru-RU" dirty="0" smtClean="0"/>
                        <a:t>2901948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6818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2903735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5014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4804255"/>
                  </a:ext>
                </a:extLst>
              </a:tr>
              <a:tr h="403227">
                <a:tc>
                  <a:txBody>
                    <a:bodyPr/>
                    <a:lstStyle/>
                    <a:p>
                      <a:r>
                        <a:rPr lang="ru-RU" dirty="0" smtClean="0"/>
                        <a:t>2902846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6754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2903053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4934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84421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6899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79109"/>
            <a:ext cx="10515600" cy="180052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Финансовые метрики (</a:t>
            </a:r>
            <a:r>
              <a:rPr lang="ru-RU" dirty="0"/>
              <a:t>анализ динамики суммарных клиентских выплат по месяцам в разрезе по типам </a:t>
            </a:r>
            <a:r>
              <a:rPr lang="ru-RU" dirty="0" smtClean="0"/>
              <a:t>продукта).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</p:nvPr>
        </p:nvGraphicFramePr>
        <p:xfrm>
          <a:off x="838200" y="2178050"/>
          <a:ext cx="10515600" cy="4552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77867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А</a:t>
            </a:r>
            <a:r>
              <a:rPr lang="ru-RU" dirty="0" smtClean="0"/>
              <a:t>нализ </a:t>
            </a:r>
            <a:r>
              <a:rPr lang="ru-RU" dirty="0"/>
              <a:t>динамики среднего количества приобретаемых кристаллов на одну покупку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98482"/>
            <a:ext cx="10515600" cy="4600281"/>
          </a:xfrm>
        </p:spPr>
      </p:pic>
    </p:spTree>
    <p:extLst>
      <p:ext uri="{BB962C8B-B14F-4D97-AF65-F5344CB8AC3E}">
        <p14:creationId xmlns:p14="http://schemas.microsoft.com/office/powerpoint/2010/main" val="3639085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А</a:t>
            </a:r>
            <a:r>
              <a:rPr lang="ru-RU" dirty="0" smtClean="0"/>
              <a:t>нализ </a:t>
            </a:r>
            <a:r>
              <a:rPr lang="ru-RU" dirty="0"/>
              <a:t> динамики средней выручки на одного человека на один месяц для каждой когорты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072" y="1690688"/>
            <a:ext cx="11491274" cy="4776100"/>
          </a:xfrm>
        </p:spPr>
      </p:pic>
    </p:spTree>
    <p:extLst>
      <p:ext uri="{BB962C8B-B14F-4D97-AF65-F5344CB8AC3E}">
        <p14:creationId xmlns:p14="http://schemas.microsoft.com/office/powerpoint/2010/main" val="3852148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387502"/>
          </a:xfrm>
        </p:spPr>
        <p:txBody>
          <a:bodyPr/>
          <a:lstStyle/>
          <a:p>
            <a:r>
              <a:rPr lang="en-US" dirty="0" smtClean="0"/>
              <a:t>K – factor</a:t>
            </a:r>
            <a:r>
              <a:rPr lang="ru-RU" dirty="0" smtClean="0"/>
              <a:t> (</a:t>
            </a:r>
            <a:r>
              <a:rPr lang="ru-RU" dirty="0" err="1" smtClean="0"/>
              <a:t>вирусность</a:t>
            </a:r>
            <a:r>
              <a:rPr lang="ru-RU" dirty="0" smtClean="0"/>
              <a:t> игры)</a:t>
            </a:r>
            <a:br>
              <a:rPr lang="ru-RU" dirty="0" smtClean="0"/>
            </a:br>
            <a:r>
              <a:rPr lang="ru-RU" dirty="0"/>
              <a:t/>
            </a:r>
            <a:br>
              <a:rPr lang="ru-RU" dirty="0"/>
            </a:br>
            <a:r>
              <a:rPr lang="ru-RU" dirty="0" smtClean="0"/>
              <a:t/>
            </a:r>
            <a:br>
              <a:rPr lang="ru-RU" dirty="0" smtClean="0"/>
            </a:br>
            <a:r>
              <a:rPr lang="en-US" sz="2800" dirty="0"/>
              <a:t>K – factor</a:t>
            </a:r>
            <a:r>
              <a:rPr lang="ru-RU" sz="2800" dirty="0"/>
              <a:t> </a:t>
            </a:r>
            <a:r>
              <a:rPr lang="ru-RU" sz="2800" dirty="0" smtClean="0"/>
              <a:t>увеличит будущий размер когорты на 92%</a:t>
            </a:r>
            <a:endParaRPr lang="ru-RU" sz="2800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4183059"/>
              </p:ext>
            </p:extLst>
          </p:nvPr>
        </p:nvGraphicFramePr>
        <p:xfrm>
          <a:off x="838200" y="2884601"/>
          <a:ext cx="10515600" cy="1272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90873429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05925625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45396197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28968074"/>
                    </a:ext>
                  </a:extLst>
                </a:gridCol>
              </a:tblGrid>
              <a:tr h="805779">
                <a:tc>
                  <a:txBody>
                    <a:bodyPr/>
                    <a:lstStyle/>
                    <a:p>
                      <a:r>
                        <a:rPr lang="ru-RU" dirty="0" smtClean="0"/>
                        <a:t>Количество пользователей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K - factor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Средний исторический объём когорты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5776199"/>
                  </a:ext>
                </a:extLst>
              </a:tr>
              <a:tr h="466840">
                <a:tc>
                  <a:txBody>
                    <a:bodyPr/>
                    <a:lstStyle/>
                    <a:p>
                      <a:r>
                        <a:rPr lang="ru-RU" dirty="0" smtClean="0"/>
                        <a:t>3078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0,92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342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315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5854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8555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905216"/>
          </a:xfrm>
        </p:spPr>
        <p:txBody>
          <a:bodyPr>
            <a:normAutofit/>
          </a:bodyPr>
          <a:lstStyle/>
          <a:p>
            <a:r>
              <a:rPr lang="ru-RU" b="1" dirty="0" smtClean="0"/>
              <a:t>Новый канал привлечения</a:t>
            </a:r>
            <a:br>
              <a:rPr lang="ru-RU" b="1" dirty="0" smtClean="0"/>
            </a:br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b="1" dirty="0"/>
              <a:t/>
            </a:r>
            <a:br>
              <a:rPr lang="ru-RU" b="1" dirty="0"/>
            </a:br>
            <a:r>
              <a:rPr lang="ru-RU" sz="3200" dirty="0" smtClean="0"/>
              <a:t>В </a:t>
            </a:r>
            <a:r>
              <a:rPr lang="ru-RU" sz="3200" dirty="0"/>
              <a:t>ноябре и декабре 2022 года из-за более дорогой и </a:t>
            </a:r>
            <a:r>
              <a:rPr lang="ru-RU" sz="3200" dirty="0" err="1"/>
              <a:t>таргетированной</a:t>
            </a:r>
            <a:r>
              <a:rPr lang="ru-RU" sz="3200" dirty="0"/>
              <a:t> рекламы мы приобрели более “лояльных” игроков, которые больше времени посвящают нашей </a:t>
            </a:r>
            <a:r>
              <a:rPr lang="ru-RU" sz="3200" dirty="0" smtClean="0"/>
              <a:t>игре.</a:t>
            </a:r>
            <a:endParaRPr lang="ru-RU" sz="3200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6576047"/>
              </p:ext>
            </p:extLst>
          </p:nvPr>
        </p:nvGraphicFramePr>
        <p:xfrm>
          <a:off x="838200" y="4355183"/>
          <a:ext cx="10515600" cy="12160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38026164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68110787"/>
                    </a:ext>
                  </a:extLst>
                </a:gridCol>
              </a:tblGrid>
              <a:tr h="608029">
                <a:tc>
                  <a:txBody>
                    <a:bodyPr/>
                    <a:lstStyle/>
                    <a:p>
                      <a:r>
                        <a:rPr lang="ru-RU" dirty="0" smtClean="0"/>
                        <a:t>Ноябрь – Декабрь 2022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Остальной период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8437740"/>
                  </a:ext>
                </a:extLst>
              </a:tr>
              <a:tr h="608029">
                <a:tc>
                  <a:txBody>
                    <a:bodyPr/>
                    <a:lstStyle/>
                    <a:p>
                      <a:r>
                        <a:rPr lang="ru-RU" dirty="0" smtClean="0"/>
                        <a:t>217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177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18333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0851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84841"/>
            <a:ext cx="10515600" cy="1432873"/>
          </a:xfrm>
        </p:spPr>
        <p:txBody>
          <a:bodyPr>
            <a:normAutofit/>
          </a:bodyPr>
          <a:lstStyle/>
          <a:p>
            <a:r>
              <a:rPr lang="ru-RU" sz="3600" dirty="0" smtClean="0"/>
              <a:t>Пригласил 3 пользователей, 1 зарегистрировался.</a:t>
            </a:r>
            <a:endParaRPr lang="ru-RU" sz="3600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02556"/>
            <a:ext cx="10515600" cy="4543719"/>
          </a:xfrm>
        </p:spPr>
      </p:pic>
    </p:spTree>
    <p:extLst>
      <p:ext uri="{BB962C8B-B14F-4D97-AF65-F5344CB8AC3E}">
        <p14:creationId xmlns:p14="http://schemas.microsoft.com/office/powerpoint/2010/main" val="281615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smtClean="0"/>
              <a:t>Оплатил суммарно более 1000 рублей за всё время.</a:t>
            </a:r>
            <a:endParaRPr lang="ru-RU" sz="3600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81667"/>
            <a:ext cx="10515600" cy="4628560"/>
          </a:xfrm>
        </p:spPr>
      </p:pic>
    </p:spTree>
    <p:extLst>
      <p:ext uri="{BB962C8B-B14F-4D97-AF65-F5344CB8AC3E}">
        <p14:creationId xmlns:p14="http://schemas.microsoft.com/office/powerpoint/2010/main" val="30577987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/>
              <a:t>Пригласил 3 пользователей, </a:t>
            </a:r>
            <a:r>
              <a:rPr lang="ru-RU" sz="3600" dirty="0" smtClean="0"/>
              <a:t>1 зарегистрировался и оплатил </a:t>
            </a:r>
            <a:r>
              <a:rPr lang="ru-RU" sz="3600" dirty="0"/>
              <a:t>суммарно более 1000 рублей за всё </a:t>
            </a:r>
            <a:r>
              <a:rPr lang="ru-RU" sz="3600" dirty="0" smtClean="0"/>
              <a:t>время.</a:t>
            </a:r>
            <a:endParaRPr lang="ru-RU" sz="3600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07909"/>
            <a:ext cx="10515600" cy="4194928"/>
          </a:xfrm>
        </p:spPr>
      </p:pic>
    </p:spTree>
    <p:extLst>
      <p:ext uri="{BB962C8B-B14F-4D97-AF65-F5344CB8AC3E}">
        <p14:creationId xmlns:p14="http://schemas.microsoft.com/office/powerpoint/2010/main" val="21106940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600" dirty="0"/>
              <a:t>Пригласил 3 пользователей, 1 зарегистрировался </a:t>
            </a:r>
            <a:r>
              <a:rPr lang="ru-RU" sz="3600" dirty="0" smtClean="0"/>
              <a:t>или </a:t>
            </a:r>
            <a:r>
              <a:rPr lang="ru-RU" sz="3600" dirty="0"/>
              <a:t>оплатил суммарно более 1000 рублей за всё время.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32495"/>
            <a:ext cx="10515600" cy="4430598"/>
          </a:xfrm>
        </p:spPr>
      </p:pic>
    </p:spTree>
    <p:extLst>
      <p:ext uri="{BB962C8B-B14F-4D97-AF65-F5344CB8AC3E}">
        <p14:creationId xmlns:p14="http://schemas.microsoft.com/office/powerpoint/2010/main" val="27094593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В</a:t>
            </a:r>
            <a:r>
              <a:rPr lang="ru-RU" sz="3600" dirty="0" smtClean="0"/>
              <a:t>ходит </a:t>
            </a:r>
            <a:r>
              <a:rPr lang="ru-RU" sz="3600" dirty="0"/>
              <a:t>в топ-100 пользователей по средним выплатам за один месяц своей жизни.</a:t>
            </a: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4" name="Объект 3"/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838200" y="1825625"/>
              <a:ext cx="10515600" cy="4351338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4" name="Объект 3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8200" y="1825625"/>
                <a:ext cx="10515600" cy="435133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7020835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396</Words>
  <Application>Microsoft Office PowerPoint</Application>
  <PresentationFormat>Широкоэкранный</PresentationFormat>
  <Paragraphs>150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Тема Office</vt:lpstr>
      <vt:lpstr>Анализ игры</vt:lpstr>
      <vt:lpstr>Общие показатели игры</vt:lpstr>
      <vt:lpstr>Количество регистраций</vt:lpstr>
      <vt:lpstr>Технические проблемы в игре</vt:lpstr>
      <vt:lpstr>Результаты маркетинговой акции март 2023</vt:lpstr>
      <vt:lpstr>Результаты маркетинговой акции март 2023</vt:lpstr>
      <vt:lpstr>Бонусы за проведённое время в игре 25 самых вовлечённых игроков проводят в игре от 81,5 часа до 162,5 часов.  Они получат бонус.</vt:lpstr>
      <vt:lpstr>Финансовые метрики (анализ динамики суммарных клиентских выплат по месяцам в разрезе по типам продукта).</vt:lpstr>
      <vt:lpstr>Анализ динамики среднего количества приобретаемых кристаллов на одну покупку</vt:lpstr>
      <vt:lpstr>Анализ  динамики средней выручки на одного человека на один месяц для каждой когорты</vt:lpstr>
      <vt:lpstr>K – factor (вирусность игры)   K – factor увеличит будущий размер когорты на 92%</vt:lpstr>
      <vt:lpstr>Новый канал привлечения   В ноябре и декабре 2022 года из-за более дорогой и таргетированной рекламы мы приобрели более “лояльных” игроков, которые больше времени посвящают нашей игре.</vt:lpstr>
      <vt:lpstr>Пригласил 3 пользователей, 1 зарегистрировался.</vt:lpstr>
      <vt:lpstr>Оплатил суммарно более 1000 рублей за всё время.</vt:lpstr>
      <vt:lpstr>Пригласил 3 пользователей, 1 зарегистрировался и оплатил суммарно более 1000 рублей за всё время.</vt:lpstr>
      <vt:lpstr>Пригласил 3 пользователей, 1 зарегистрировался или оплатил суммарно более 1000 рублей за всё время.</vt:lpstr>
      <vt:lpstr>Входит в топ-100 пользователей по средним выплатам за один месяц своей жизни.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игры                Zombie Revolution</dc:title>
  <dc:creator>CDM5</dc:creator>
  <cp:lastModifiedBy>CDM5</cp:lastModifiedBy>
  <cp:revision>34</cp:revision>
  <dcterms:created xsi:type="dcterms:W3CDTF">2026-03-08T07:28:14Z</dcterms:created>
  <dcterms:modified xsi:type="dcterms:W3CDTF">2026-06-11T08:46:58Z</dcterms:modified>
</cp:coreProperties>
</file>